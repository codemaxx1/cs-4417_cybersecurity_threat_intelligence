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notesMasterIdLst>
    <p:notesMasterId r:id="rId14"/>
  </p:notesMasterIdLst>
  <p:sldIdLst>
    <p:sldId id="292" r:id="rId2"/>
    <p:sldId id="284" r:id="rId3"/>
    <p:sldId id="281" r:id="rId4"/>
    <p:sldId id="272" r:id="rId5"/>
    <p:sldId id="258" r:id="rId6"/>
    <p:sldId id="268" r:id="rId7"/>
    <p:sldId id="285" r:id="rId8"/>
    <p:sldId id="291" r:id="rId9"/>
    <p:sldId id="286" r:id="rId10"/>
    <p:sldId id="287" r:id="rId11"/>
    <p:sldId id="289" r:id="rId12"/>
    <p:sldId id="266" r:id="rId13"/>
  </p:sldIdLst>
  <p:sldSz cx="9144000" cy="6858000" type="screen4x3"/>
  <p:notesSz cx="6858000" cy="9144000"/>
  <p:defaultTextStyle>
    <a:defPPr>
      <a:defRPr lang="en-US"/>
    </a:defPPr>
    <a:lvl1pPr algn="ctr" rtl="0" eaLnBrk="0" fontAlgn="base" hangingPunct="0">
      <a:spcBef>
        <a:spcPct val="0"/>
      </a:spcBef>
      <a:spcAft>
        <a:spcPct val="0"/>
      </a:spcAft>
      <a:defRPr sz="2400" b="1" kern="1200">
        <a:solidFill>
          <a:srgbClr val="00279F"/>
        </a:solidFill>
        <a:latin typeface="Batang" charset="-127"/>
        <a:ea typeface="ＭＳ Ｐゴシック" charset="-128"/>
        <a:cs typeface="+mn-cs"/>
      </a:defRPr>
    </a:lvl1pPr>
    <a:lvl2pPr marL="457200" algn="ctr" rtl="0" eaLnBrk="0" fontAlgn="base" hangingPunct="0">
      <a:spcBef>
        <a:spcPct val="0"/>
      </a:spcBef>
      <a:spcAft>
        <a:spcPct val="0"/>
      </a:spcAft>
      <a:defRPr sz="2400" b="1" kern="1200">
        <a:solidFill>
          <a:srgbClr val="00279F"/>
        </a:solidFill>
        <a:latin typeface="Batang" charset="-127"/>
        <a:ea typeface="ＭＳ Ｐゴシック" charset="-128"/>
        <a:cs typeface="+mn-cs"/>
      </a:defRPr>
    </a:lvl2pPr>
    <a:lvl3pPr marL="914400" algn="ctr" rtl="0" eaLnBrk="0" fontAlgn="base" hangingPunct="0">
      <a:spcBef>
        <a:spcPct val="0"/>
      </a:spcBef>
      <a:spcAft>
        <a:spcPct val="0"/>
      </a:spcAft>
      <a:defRPr sz="2400" b="1" kern="1200">
        <a:solidFill>
          <a:srgbClr val="00279F"/>
        </a:solidFill>
        <a:latin typeface="Batang" charset="-127"/>
        <a:ea typeface="ＭＳ Ｐゴシック" charset="-128"/>
        <a:cs typeface="+mn-cs"/>
      </a:defRPr>
    </a:lvl3pPr>
    <a:lvl4pPr marL="1371600" algn="ctr" rtl="0" eaLnBrk="0" fontAlgn="base" hangingPunct="0">
      <a:spcBef>
        <a:spcPct val="0"/>
      </a:spcBef>
      <a:spcAft>
        <a:spcPct val="0"/>
      </a:spcAft>
      <a:defRPr sz="2400" b="1" kern="1200">
        <a:solidFill>
          <a:srgbClr val="00279F"/>
        </a:solidFill>
        <a:latin typeface="Batang" charset="-127"/>
        <a:ea typeface="ＭＳ Ｐゴシック" charset="-128"/>
        <a:cs typeface="+mn-cs"/>
      </a:defRPr>
    </a:lvl4pPr>
    <a:lvl5pPr marL="1828800" algn="ctr" rtl="0" eaLnBrk="0" fontAlgn="base" hangingPunct="0">
      <a:spcBef>
        <a:spcPct val="0"/>
      </a:spcBef>
      <a:spcAft>
        <a:spcPct val="0"/>
      </a:spcAft>
      <a:defRPr sz="2400" b="1" kern="1200">
        <a:solidFill>
          <a:srgbClr val="00279F"/>
        </a:solidFill>
        <a:latin typeface="Batang" charset="-127"/>
        <a:ea typeface="ＭＳ Ｐゴシック" charset="-128"/>
        <a:cs typeface="+mn-cs"/>
      </a:defRPr>
    </a:lvl5pPr>
    <a:lvl6pPr marL="2286000" algn="l" defTabSz="914400" rtl="0" eaLnBrk="1" latinLnBrk="0" hangingPunct="1">
      <a:defRPr sz="2400" b="1" kern="1200">
        <a:solidFill>
          <a:srgbClr val="00279F"/>
        </a:solidFill>
        <a:latin typeface="Batang" charset="-127"/>
        <a:ea typeface="ＭＳ Ｐゴシック" charset="-128"/>
        <a:cs typeface="+mn-cs"/>
      </a:defRPr>
    </a:lvl6pPr>
    <a:lvl7pPr marL="2743200" algn="l" defTabSz="914400" rtl="0" eaLnBrk="1" latinLnBrk="0" hangingPunct="1">
      <a:defRPr sz="2400" b="1" kern="1200">
        <a:solidFill>
          <a:srgbClr val="00279F"/>
        </a:solidFill>
        <a:latin typeface="Batang" charset="-127"/>
        <a:ea typeface="ＭＳ Ｐゴシック" charset="-128"/>
        <a:cs typeface="+mn-cs"/>
      </a:defRPr>
    </a:lvl7pPr>
    <a:lvl8pPr marL="3200400" algn="l" defTabSz="914400" rtl="0" eaLnBrk="1" latinLnBrk="0" hangingPunct="1">
      <a:defRPr sz="2400" b="1" kern="1200">
        <a:solidFill>
          <a:srgbClr val="00279F"/>
        </a:solidFill>
        <a:latin typeface="Batang" charset="-127"/>
        <a:ea typeface="ＭＳ Ｐゴシック" charset="-128"/>
        <a:cs typeface="+mn-cs"/>
      </a:defRPr>
    </a:lvl8pPr>
    <a:lvl9pPr marL="3657600" algn="l" defTabSz="914400" rtl="0" eaLnBrk="1" latinLnBrk="0" hangingPunct="1">
      <a:defRPr sz="2400" b="1" kern="1200">
        <a:solidFill>
          <a:srgbClr val="00279F"/>
        </a:solidFill>
        <a:latin typeface="Batang" charset="-127"/>
        <a:ea typeface="ＭＳ Ｐゴシック" charset="-128"/>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6" autoAdjust="0"/>
    <p:restoredTop sz="95226" autoAdjust="0"/>
  </p:normalViewPr>
  <p:slideViewPr>
    <p:cSldViewPr snapToGrid="0">
      <p:cViewPr varScale="1">
        <p:scale>
          <a:sx n="114" d="100"/>
          <a:sy n="114" d="100"/>
        </p:scale>
        <p:origin x="145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F3D2E-DD71-4DB6-9B8F-7959ECBA41E0}" type="datetimeFigureOut">
              <a:rPr lang="en-US" smtClean="0"/>
              <a:t>3/28/22</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277314-8885-4E95-8F6B-1D3C6D964ED5}" type="slidenum">
              <a:rPr lang="en-US" smtClean="0"/>
              <a:t>‹#›</a:t>
            </a:fld>
            <a:endParaRPr lang="en-US" dirty="0"/>
          </a:p>
        </p:txBody>
      </p:sp>
    </p:spTree>
    <p:extLst>
      <p:ext uri="{BB962C8B-B14F-4D97-AF65-F5344CB8AC3E}">
        <p14:creationId xmlns:p14="http://schemas.microsoft.com/office/powerpoint/2010/main" val="1922633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5" name="Shape 15"/>
          <p:cNvSpPr>
            <a:spLocks noGrp="1"/>
          </p:cNvSpPr>
          <p:nvPr>
            <p:ph type="title"/>
          </p:nvPr>
        </p:nvSpPr>
        <p:spPr>
          <a:xfrm>
            <a:off x="892970" y="1151932"/>
            <a:ext cx="7358063" cy="2321719"/>
          </a:xfrm>
          <a:prstGeom prst="rect">
            <a:avLst/>
          </a:prstGeom>
        </p:spPr>
        <p:txBody>
          <a:bodyPr anchor="b"/>
          <a:lstStyle/>
          <a:p>
            <a:r>
              <a:rPr lang="en-US"/>
              <a:t>Click to edit Master title style</a:t>
            </a:r>
            <a:endParaRPr/>
          </a:p>
        </p:txBody>
      </p:sp>
      <p:sp>
        <p:nvSpPr>
          <p:cNvPr id="16" name="Shape 16"/>
          <p:cNvSpPr>
            <a:spLocks noGrp="1"/>
          </p:cNvSpPr>
          <p:nvPr>
            <p:ph type="body" sz="quarter" idx="1"/>
          </p:nvPr>
        </p:nvSpPr>
        <p:spPr>
          <a:xfrm>
            <a:off x="892970" y="3536156"/>
            <a:ext cx="7358063" cy="794742"/>
          </a:xfrm>
          <a:prstGeom prst="rect">
            <a:avLst/>
          </a:prstGeom>
        </p:spPr>
        <p:txBody>
          <a:bodyPr anchor="t"/>
          <a:lstStyle>
            <a:lvl1pPr marL="0" indent="0" algn="ctr">
              <a:spcBef>
                <a:spcPts val="0"/>
              </a:spcBef>
              <a:buSzTx/>
              <a:buNone/>
              <a:defRPr sz="1650"/>
            </a:lvl1pPr>
            <a:lvl2pPr marL="0" indent="120547" algn="ctr">
              <a:spcBef>
                <a:spcPts val="0"/>
              </a:spcBef>
              <a:buSzTx/>
              <a:buNone/>
              <a:defRPr sz="1650"/>
            </a:lvl2pPr>
            <a:lvl3pPr marL="0" indent="241093" algn="ctr">
              <a:spcBef>
                <a:spcPts val="0"/>
              </a:spcBef>
              <a:buSzTx/>
              <a:buNone/>
              <a:defRPr sz="1650"/>
            </a:lvl3pPr>
            <a:lvl4pPr marL="0" indent="361640" algn="ctr">
              <a:spcBef>
                <a:spcPts val="0"/>
              </a:spcBef>
              <a:buSzTx/>
              <a:buNone/>
              <a:defRPr sz="1650"/>
            </a:lvl4pPr>
            <a:lvl5pPr marL="0" indent="482186" algn="ctr">
              <a:spcBef>
                <a:spcPts val="0"/>
              </a:spcBef>
              <a:buSzTx/>
              <a:buNone/>
              <a:defRPr sz="16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7" name="Shape 17"/>
          <p:cNvSpPr>
            <a:spLocks noGrp="1"/>
          </p:cNvSpPr>
          <p:nvPr>
            <p:ph type="sldNum" sz="quarter" idx="2"/>
          </p:nvPr>
        </p:nvSpPr>
        <p:spPr>
          <a:xfrm>
            <a:off x="8359591" y="6585814"/>
            <a:ext cx="234035" cy="222173"/>
          </a:xfrm>
          <a:prstGeom prst="rect">
            <a:avLst/>
          </a:prstGeom>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13750989"/>
      </p:ext>
    </p:extLst>
  </p:cSld>
  <p:clrMapOvr>
    <a:masterClrMapping/>
  </p:clrMapOvr>
  <p:transition spd="med"/>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Photo - Horizontal">
    <p:spTree>
      <p:nvGrpSpPr>
        <p:cNvPr id="1" name=""/>
        <p:cNvGrpSpPr/>
        <p:nvPr/>
      </p:nvGrpSpPr>
      <p:grpSpPr>
        <a:xfrm>
          <a:off x="0" y="0"/>
          <a:ext cx="0" cy="0"/>
          <a:chOff x="0" y="0"/>
          <a:chExt cx="0" cy="0"/>
        </a:xfrm>
      </p:grpSpPr>
      <p:sp>
        <p:nvSpPr>
          <p:cNvPr id="24" name="Shape 24"/>
          <p:cNvSpPr>
            <a:spLocks noGrp="1"/>
          </p:cNvSpPr>
          <p:nvPr>
            <p:ph type="pic" idx="13"/>
          </p:nvPr>
        </p:nvSpPr>
        <p:spPr>
          <a:xfrm>
            <a:off x="1129607" y="446487"/>
            <a:ext cx="6875859" cy="4125515"/>
          </a:xfrm>
          <a:prstGeom prst="rect">
            <a:avLst/>
          </a:prstGeom>
        </p:spPr>
        <p:txBody>
          <a:bodyPr lIns="64291" tIns="32145" rIns="64291" bIns="32145" anchor="t">
            <a:noAutofit/>
          </a:bodyPr>
          <a:lstStyle/>
          <a:p>
            <a:r>
              <a:rPr lang="en-US"/>
              <a:t>Click icon to add picture</a:t>
            </a:r>
            <a:endParaRPr/>
          </a:p>
        </p:txBody>
      </p:sp>
      <p:sp>
        <p:nvSpPr>
          <p:cNvPr id="26" name="Shape 26"/>
          <p:cNvSpPr>
            <a:spLocks noGrp="1"/>
          </p:cNvSpPr>
          <p:nvPr>
            <p:ph type="body" sz="quarter" idx="1"/>
          </p:nvPr>
        </p:nvSpPr>
        <p:spPr>
          <a:xfrm>
            <a:off x="892970" y="4572000"/>
            <a:ext cx="7358063" cy="794742"/>
          </a:xfrm>
          <a:prstGeom prst="rect">
            <a:avLst/>
          </a:prstGeom>
        </p:spPr>
        <p:txBody>
          <a:bodyPr anchor="t"/>
          <a:lstStyle>
            <a:lvl1pPr marL="0" indent="0" algn="ctr">
              <a:spcBef>
                <a:spcPts val="0"/>
              </a:spcBef>
              <a:buSzTx/>
              <a:buNone/>
              <a:defRPr sz="1650"/>
            </a:lvl1pPr>
            <a:lvl2pPr marL="0" indent="120547" algn="ctr">
              <a:spcBef>
                <a:spcPts val="0"/>
              </a:spcBef>
              <a:buSzTx/>
              <a:buNone/>
              <a:defRPr sz="1650"/>
            </a:lvl2pPr>
            <a:lvl3pPr marL="0" indent="241093" algn="ctr">
              <a:spcBef>
                <a:spcPts val="0"/>
              </a:spcBef>
              <a:buSzTx/>
              <a:buNone/>
              <a:defRPr sz="1650"/>
            </a:lvl3pPr>
            <a:lvl4pPr marL="0" indent="361640" algn="ctr">
              <a:spcBef>
                <a:spcPts val="0"/>
              </a:spcBef>
              <a:buSzTx/>
              <a:buNone/>
              <a:defRPr sz="1650"/>
            </a:lvl4pPr>
            <a:lvl5pPr marL="0" indent="482186" algn="ctr">
              <a:spcBef>
                <a:spcPts val="0"/>
              </a:spcBef>
              <a:buSzTx/>
              <a:buNone/>
              <a:defRPr sz="16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27" name="Shape 27"/>
          <p:cNvSpPr>
            <a:spLocks noGrp="1"/>
          </p:cNvSpPr>
          <p:nvPr>
            <p:ph type="sldNum" sz="quarter" idx="2"/>
          </p:nvPr>
        </p:nvSpPr>
        <p:spPr>
          <a:xfrm>
            <a:off x="8270122" y="6585814"/>
            <a:ext cx="234035" cy="222173"/>
          </a:xfrm>
          <a:prstGeom prst="rect">
            <a:avLst/>
          </a:prstGeom>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44579558"/>
      </p:ext>
    </p:extLst>
  </p:cSld>
  <p:clrMapOvr>
    <a:masterClrMapping/>
  </p:clrMapOvr>
  <p:transition spd="med"/>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4" name="Shape 34"/>
          <p:cNvSpPr>
            <a:spLocks noGrp="1"/>
          </p:cNvSpPr>
          <p:nvPr>
            <p:ph type="title"/>
          </p:nvPr>
        </p:nvSpPr>
        <p:spPr>
          <a:xfrm>
            <a:off x="892970" y="2268143"/>
            <a:ext cx="7358063" cy="2321719"/>
          </a:xfrm>
          <a:prstGeom prst="rect">
            <a:avLst/>
          </a:prstGeom>
        </p:spPr>
        <p:txBody>
          <a:bodyPr/>
          <a:lstStyle/>
          <a:p>
            <a:r>
              <a:rPr lang="en-US"/>
              <a:t>Click to edit Master title style</a:t>
            </a:r>
            <a:endParaRPr/>
          </a:p>
        </p:txBody>
      </p:sp>
      <p:sp>
        <p:nvSpPr>
          <p:cNvPr id="35" name="Shape 35"/>
          <p:cNvSpPr>
            <a:spLocks noGrp="1"/>
          </p:cNvSpPr>
          <p:nvPr>
            <p:ph type="sldNum" sz="quarter" idx="2"/>
          </p:nvPr>
        </p:nvSpPr>
        <p:spPr>
          <a:xfrm>
            <a:off x="8406371"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7908473"/>
      </p:ext>
    </p:extLst>
  </p:cSld>
  <p:clrMapOvr>
    <a:masterClrMapping/>
  </p:clrMapOvr>
  <p:transition spd="med"/>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42" name="Shape 42"/>
          <p:cNvSpPr>
            <a:spLocks noGrp="1"/>
          </p:cNvSpPr>
          <p:nvPr>
            <p:ph type="pic" sz="half" idx="13"/>
          </p:nvPr>
        </p:nvSpPr>
        <p:spPr>
          <a:xfrm>
            <a:off x="4723806" y="446484"/>
            <a:ext cx="3750469" cy="5786438"/>
          </a:xfrm>
          <a:prstGeom prst="rect">
            <a:avLst/>
          </a:prstGeom>
        </p:spPr>
        <p:txBody>
          <a:bodyPr lIns="64291" tIns="32145" rIns="64291" bIns="32145" anchor="t">
            <a:noAutofit/>
          </a:bodyPr>
          <a:lstStyle/>
          <a:p>
            <a:r>
              <a:rPr lang="en-US"/>
              <a:t>Click icon to add picture</a:t>
            </a:r>
            <a:endParaRPr/>
          </a:p>
        </p:txBody>
      </p:sp>
      <p:sp>
        <p:nvSpPr>
          <p:cNvPr id="43" name="Shape 43"/>
          <p:cNvSpPr>
            <a:spLocks noGrp="1"/>
          </p:cNvSpPr>
          <p:nvPr>
            <p:ph type="title"/>
          </p:nvPr>
        </p:nvSpPr>
        <p:spPr>
          <a:xfrm>
            <a:off x="669727" y="446484"/>
            <a:ext cx="3750469" cy="2803922"/>
          </a:xfrm>
          <a:prstGeom prst="rect">
            <a:avLst/>
          </a:prstGeom>
        </p:spPr>
        <p:txBody>
          <a:bodyPr anchor="b"/>
          <a:lstStyle>
            <a:lvl1pPr>
              <a:defRPr sz="3150"/>
            </a:lvl1pPr>
          </a:lstStyle>
          <a:p>
            <a:r>
              <a:rPr lang="en-US"/>
              <a:t>Click to edit Master title style</a:t>
            </a:r>
            <a:endParaRPr/>
          </a:p>
        </p:txBody>
      </p:sp>
      <p:sp>
        <p:nvSpPr>
          <p:cNvPr id="44" name="Shape 44"/>
          <p:cNvSpPr>
            <a:spLocks noGrp="1"/>
          </p:cNvSpPr>
          <p:nvPr>
            <p:ph type="body" sz="quarter" idx="1"/>
          </p:nvPr>
        </p:nvSpPr>
        <p:spPr>
          <a:xfrm>
            <a:off x="669727" y="3348635"/>
            <a:ext cx="3750469" cy="2884289"/>
          </a:xfrm>
          <a:prstGeom prst="rect">
            <a:avLst/>
          </a:prstGeom>
        </p:spPr>
        <p:txBody>
          <a:bodyPr anchor="t"/>
          <a:lstStyle>
            <a:lvl1pPr marL="0" indent="0" algn="ctr">
              <a:spcBef>
                <a:spcPts val="0"/>
              </a:spcBef>
              <a:buSzTx/>
              <a:buNone/>
              <a:defRPr sz="1650"/>
            </a:lvl1pPr>
            <a:lvl2pPr marL="0" indent="120547" algn="ctr">
              <a:spcBef>
                <a:spcPts val="0"/>
              </a:spcBef>
              <a:buSzTx/>
              <a:buNone/>
              <a:defRPr sz="1650"/>
            </a:lvl2pPr>
            <a:lvl3pPr marL="0" indent="241093" algn="ctr">
              <a:spcBef>
                <a:spcPts val="0"/>
              </a:spcBef>
              <a:buSzTx/>
              <a:buNone/>
              <a:defRPr sz="1650"/>
            </a:lvl3pPr>
            <a:lvl4pPr marL="0" indent="361640" algn="ctr">
              <a:spcBef>
                <a:spcPts val="0"/>
              </a:spcBef>
              <a:buSzTx/>
              <a:buNone/>
              <a:defRPr sz="1650"/>
            </a:lvl4pPr>
            <a:lvl5pPr marL="0" indent="482186" algn="ctr">
              <a:spcBef>
                <a:spcPts val="0"/>
              </a:spcBef>
              <a:buSzTx/>
              <a:buNone/>
              <a:defRPr sz="16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5" name="Shape 45"/>
          <p:cNvSpPr>
            <a:spLocks noGrp="1"/>
          </p:cNvSpPr>
          <p:nvPr>
            <p:ph type="sldNum" sz="quarter" idx="2"/>
          </p:nvPr>
        </p:nvSpPr>
        <p:spPr>
          <a:xfrm>
            <a:off x="8359591" y="6585814"/>
            <a:ext cx="234035" cy="222173"/>
          </a:xfrm>
          <a:prstGeom prst="rect">
            <a:avLst/>
          </a:prstGeom>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23982547"/>
      </p:ext>
    </p:extLst>
  </p:cSld>
  <p:clrMapOvr>
    <a:masterClrMapping/>
  </p:clrMapOvr>
  <p:transition spd="med"/>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Shape 52"/>
          <p:cNvSpPr>
            <a:spLocks noGrp="1"/>
          </p:cNvSpPr>
          <p:nvPr>
            <p:ph type="title"/>
          </p:nvPr>
        </p:nvSpPr>
        <p:spPr>
          <a:xfrm>
            <a:off x="457201" y="381000"/>
            <a:ext cx="8305799" cy="762000"/>
          </a:xfrm>
          <a:prstGeom prst="rect">
            <a:avLst/>
          </a:prstGeom>
        </p:spPr>
        <p:txBody>
          <a:bodyPr>
            <a:normAutofit/>
          </a:bodyPr>
          <a:lstStyle>
            <a:lvl1pPr>
              <a:defRPr sz="3000"/>
            </a:lvl1pPr>
          </a:lstStyle>
          <a:p>
            <a:r>
              <a:rPr lang="en-US"/>
              <a:t>Click to edit Master title style</a:t>
            </a:r>
            <a:endParaRPr dirty="0"/>
          </a:p>
        </p:txBody>
      </p:sp>
      <p:sp>
        <p:nvSpPr>
          <p:cNvPr id="53" name="Shape 53"/>
          <p:cNvSpPr>
            <a:spLocks noGrp="1"/>
          </p:cNvSpPr>
          <p:nvPr>
            <p:ph type="sldNum" sz="quarter" idx="2"/>
          </p:nvPr>
        </p:nvSpPr>
        <p:spPr>
          <a:xfrm>
            <a:off x="8359591" y="6585814"/>
            <a:ext cx="234035" cy="222173"/>
          </a:xfrm>
          <a:prstGeom prst="rect">
            <a:avLst/>
          </a:prstGeom>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852805592"/>
      </p:ext>
    </p:extLst>
  </p:cSld>
  <p:clrMapOvr>
    <a:masterClrMapping/>
  </p:clrMapOvr>
  <p:transition spd="med"/>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Shape 60"/>
          <p:cNvSpPr>
            <a:spLocks noGrp="1"/>
          </p:cNvSpPr>
          <p:nvPr>
            <p:ph type="title"/>
          </p:nvPr>
        </p:nvSpPr>
        <p:spPr>
          <a:prstGeom prst="rect">
            <a:avLst/>
          </a:prstGeom>
        </p:spPr>
        <p:txBody>
          <a:bodyPr>
            <a:normAutofit/>
          </a:bodyPr>
          <a:lstStyle>
            <a:lvl1pPr>
              <a:defRPr sz="3000"/>
            </a:lvl1pPr>
          </a:lstStyle>
          <a:p>
            <a:r>
              <a:rPr lang="en-US"/>
              <a:t>Click to edit Master title style</a:t>
            </a:r>
            <a:endParaRPr dirty="0"/>
          </a:p>
        </p:txBody>
      </p:sp>
      <p:sp>
        <p:nvSpPr>
          <p:cNvPr id="61" name="Shape 61"/>
          <p:cNvSpPr>
            <a:spLocks noGrp="1"/>
          </p:cNvSpPr>
          <p:nvPr>
            <p:ph type="body" idx="1"/>
          </p:nvPr>
        </p:nvSpPr>
        <p:spPr>
          <a:prstGeom prst="rect">
            <a:avLst/>
          </a:prstGeom>
        </p:spPr>
        <p:txBody>
          <a:bodyPr/>
          <a:lstStyle>
            <a:lvl2pPr>
              <a:buChar char="‣"/>
            </a:lvl2pPr>
            <a:lvl3pPr>
              <a:buChar char="-"/>
            </a:lvl3pPr>
            <a:lvl4pPr>
              <a:buChar char="-"/>
            </a:lvl4pPr>
            <a:lvl5pPr>
              <a:buChar cha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2" name="Shape 62"/>
          <p:cNvSpPr>
            <a:spLocks noGrp="1"/>
          </p:cNvSpPr>
          <p:nvPr>
            <p:ph type="sldNum" sz="quarter" idx="2"/>
          </p:nvPr>
        </p:nvSpPr>
        <p:spPr>
          <a:xfrm>
            <a:off x="8398372" y="6588417"/>
            <a:ext cx="234035" cy="222173"/>
          </a:xfrm>
          <a:prstGeom prst="rect">
            <a:avLst/>
          </a:prstGeom>
        </p:spPr>
        <p:txBody>
          <a:bodyPr/>
          <a:lstStyle>
            <a:lvl1pPr algn="l">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042642841"/>
      </p:ext>
    </p:extLst>
  </p:cSld>
  <p:clrMapOvr>
    <a:masterClrMapping/>
  </p:clrMapOvr>
  <p:transition spd="med"/>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9" name="Shape 69"/>
          <p:cNvSpPr>
            <a:spLocks noGrp="1"/>
          </p:cNvSpPr>
          <p:nvPr>
            <p:ph type="pic" sz="half" idx="13"/>
          </p:nvPr>
        </p:nvSpPr>
        <p:spPr>
          <a:xfrm>
            <a:off x="4723806" y="1830588"/>
            <a:ext cx="3750469" cy="4420195"/>
          </a:xfrm>
          <a:prstGeom prst="rect">
            <a:avLst/>
          </a:prstGeom>
        </p:spPr>
        <p:txBody>
          <a:bodyPr lIns="64291" tIns="32145" rIns="64291" bIns="32145" anchor="t">
            <a:noAutofit/>
          </a:bodyPr>
          <a:lstStyle/>
          <a:p>
            <a:r>
              <a:rPr lang="en-US"/>
              <a:t>Click icon to add picture</a:t>
            </a:r>
            <a:endParaRPr/>
          </a:p>
        </p:txBody>
      </p:sp>
      <p:sp>
        <p:nvSpPr>
          <p:cNvPr id="70" name="Shape 70"/>
          <p:cNvSpPr>
            <a:spLocks noGrp="1"/>
          </p:cNvSpPr>
          <p:nvPr>
            <p:ph type="title"/>
          </p:nvPr>
        </p:nvSpPr>
        <p:spPr>
          <a:prstGeom prst="rect">
            <a:avLst/>
          </a:prstGeom>
        </p:spPr>
        <p:txBody>
          <a:bodyPr>
            <a:normAutofit/>
          </a:bodyPr>
          <a:lstStyle>
            <a:lvl1pPr>
              <a:defRPr sz="3000"/>
            </a:lvl1pPr>
          </a:lstStyle>
          <a:p>
            <a:r>
              <a:rPr lang="en-US"/>
              <a:t>Click to edit Master title style</a:t>
            </a:r>
            <a:endParaRPr dirty="0"/>
          </a:p>
        </p:txBody>
      </p:sp>
      <p:sp>
        <p:nvSpPr>
          <p:cNvPr id="71" name="Shape 71"/>
          <p:cNvSpPr>
            <a:spLocks noGrp="1"/>
          </p:cNvSpPr>
          <p:nvPr>
            <p:ph type="body" sz="half" idx="1"/>
          </p:nvPr>
        </p:nvSpPr>
        <p:spPr>
          <a:xfrm>
            <a:off x="669727" y="1830588"/>
            <a:ext cx="3750469" cy="4420195"/>
          </a:xfrm>
          <a:prstGeom prst="rect">
            <a:avLst/>
          </a:prstGeom>
        </p:spPr>
        <p:txBody>
          <a:bodyPr/>
          <a:lstStyle>
            <a:lvl1pPr marL="180820" indent="-180820">
              <a:spcBef>
                <a:spcPts val="1688"/>
              </a:spcBef>
              <a:defRPr sz="1500"/>
            </a:lvl1pPr>
            <a:lvl2pPr marL="361640" indent="-180820">
              <a:spcBef>
                <a:spcPts val="1688"/>
              </a:spcBef>
              <a:defRPr sz="1500"/>
            </a:lvl2pPr>
            <a:lvl3pPr marL="542459" indent="-180820">
              <a:spcBef>
                <a:spcPts val="1688"/>
              </a:spcBef>
              <a:defRPr sz="1500"/>
            </a:lvl3pPr>
            <a:lvl4pPr marL="723279" indent="-180820">
              <a:spcBef>
                <a:spcPts val="1688"/>
              </a:spcBef>
              <a:defRPr sz="1500"/>
            </a:lvl4pPr>
            <a:lvl5pPr marL="904099" indent="-180820">
              <a:spcBef>
                <a:spcPts val="1688"/>
              </a:spcBef>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2" name="Shape 72"/>
          <p:cNvSpPr>
            <a:spLocks noGrp="1"/>
          </p:cNvSpPr>
          <p:nvPr>
            <p:ph type="sldNum" sz="quarter" idx="2"/>
          </p:nvPr>
        </p:nvSpPr>
        <p:spPr>
          <a:xfrm>
            <a:off x="8406371"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650523792"/>
      </p:ext>
    </p:extLst>
  </p:cSld>
  <p:clrMapOvr>
    <a:masterClrMapping/>
  </p:clrMapOvr>
  <p:transition spd="med"/>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9" name="Shape 79"/>
          <p:cNvSpPr>
            <a:spLocks noGrp="1"/>
          </p:cNvSpPr>
          <p:nvPr>
            <p:ph type="body" idx="1"/>
          </p:nvPr>
        </p:nvSpPr>
        <p:spPr>
          <a:xfrm>
            <a:off x="669728" y="892971"/>
            <a:ext cx="7804547" cy="50720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0" name="Shape 80"/>
          <p:cNvSpPr>
            <a:spLocks noGrp="1"/>
          </p:cNvSpPr>
          <p:nvPr>
            <p:ph type="sldNum" sz="quarter" idx="2"/>
          </p:nvPr>
        </p:nvSpPr>
        <p:spPr>
          <a:xfrm>
            <a:off x="8406371"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45894160"/>
      </p:ext>
    </p:extLst>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7" name="Shape 87"/>
          <p:cNvSpPr>
            <a:spLocks noGrp="1"/>
          </p:cNvSpPr>
          <p:nvPr>
            <p:ph type="pic" sz="quarter" idx="13"/>
          </p:nvPr>
        </p:nvSpPr>
        <p:spPr>
          <a:xfrm>
            <a:off x="4723806" y="3580807"/>
            <a:ext cx="3750469" cy="2652117"/>
          </a:xfrm>
          <a:prstGeom prst="rect">
            <a:avLst/>
          </a:prstGeom>
        </p:spPr>
        <p:txBody>
          <a:bodyPr lIns="64291" tIns="32145" rIns="64291" bIns="32145" anchor="t">
            <a:noAutofit/>
          </a:bodyPr>
          <a:lstStyle/>
          <a:p>
            <a:r>
              <a:rPr lang="en-US"/>
              <a:t>Click icon to add picture</a:t>
            </a:r>
            <a:endParaRPr/>
          </a:p>
        </p:txBody>
      </p:sp>
      <p:sp>
        <p:nvSpPr>
          <p:cNvPr id="88" name="Shape 88"/>
          <p:cNvSpPr>
            <a:spLocks noGrp="1"/>
          </p:cNvSpPr>
          <p:nvPr>
            <p:ph type="pic" sz="quarter" idx="14"/>
          </p:nvPr>
        </p:nvSpPr>
        <p:spPr>
          <a:xfrm>
            <a:off x="4728178" y="625080"/>
            <a:ext cx="3750469" cy="2652117"/>
          </a:xfrm>
          <a:prstGeom prst="rect">
            <a:avLst/>
          </a:prstGeom>
        </p:spPr>
        <p:txBody>
          <a:bodyPr lIns="64291" tIns="32145" rIns="64291" bIns="32145" anchor="t">
            <a:noAutofit/>
          </a:bodyPr>
          <a:lstStyle/>
          <a:p>
            <a:r>
              <a:rPr lang="en-US"/>
              <a:t>Click icon to add picture</a:t>
            </a:r>
            <a:endParaRPr/>
          </a:p>
        </p:txBody>
      </p:sp>
      <p:sp>
        <p:nvSpPr>
          <p:cNvPr id="89" name="Shape 89"/>
          <p:cNvSpPr>
            <a:spLocks noGrp="1"/>
          </p:cNvSpPr>
          <p:nvPr>
            <p:ph type="pic" sz="half" idx="15"/>
          </p:nvPr>
        </p:nvSpPr>
        <p:spPr>
          <a:xfrm>
            <a:off x="669727" y="625078"/>
            <a:ext cx="3750469" cy="5607844"/>
          </a:xfrm>
          <a:prstGeom prst="rect">
            <a:avLst/>
          </a:prstGeom>
        </p:spPr>
        <p:txBody>
          <a:bodyPr lIns="64291" tIns="32145" rIns="64291" bIns="32145" anchor="t">
            <a:noAutofit/>
          </a:bodyPr>
          <a:lstStyle/>
          <a:p>
            <a:r>
              <a:rPr lang="en-US"/>
              <a:t>Click icon to add picture</a:t>
            </a:r>
            <a:endParaRPr/>
          </a:p>
        </p:txBody>
      </p:sp>
      <p:sp>
        <p:nvSpPr>
          <p:cNvPr id="90" name="Shape 90"/>
          <p:cNvSpPr>
            <a:spLocks noGrp="1"/>
          </p:cNvSpPr>
          <p:nvPr>
            <p:ph type="sldNum" sz="quarter" idx="2"/>
          </p:nvPr>
        </p:nvSpPr>
        <p:spPr>
          <a:xfrm>
            <a:off x="8406371"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329805431"/>
      </p:ext>
    </p:extLst>
  </p:cSld>
  <p:clrMapOvr>
    <a:masterClrMapping/>
  </p:clrMapOvr>
  <p:transition spd="med"/>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7" name="Shape 97"/>
          <p:cNvSpPr>
            <a:spLocks noGrp="1"/>
          </p:cNvSpPr>
          <p:nvPr>
            <p:ph type="body" sz="quarter" idx="13"/>
          </p:nvPr>
        </p:nvSpPr>
        <p:spPr>
          <a:xfrm>
            <a:off x="892970" y="4473774"/>
            <a:ext cx="7358063" cy="268339"/>
          </a:xfrm>
          <a:prstGeom prst="rect">
            <a:avLst/>
          </a:prstGeom>
        </p:spPr>
        <p:txBody>
          <a:bodyPr anchor="t">
            <a:spAutoFit/>
          </a:bodyPr>
          <a:lstStyle>
            <a:lvl1pPr marL="0" indent="0" algn="ctr">
              <a:spcBef>
                <a:spcPts val="0"/>
              </a:spcBef>
              <a:buSzTx/>
              <a:buNone/>
              <a:defRPr sz="1275"/>
            </a:lvl1pPr>
          </a:lstStyle>
          <a:p>
            <a:pPr lvl="0"/>
            <a:r>
              <a:rPr lang="en-US"/>
              <a:t>Click to edit Master text styles</a:t>
            </a:r>
          </a:p>
        </p:txBody>
      </p:sp>
      <p:sp>
        <p:nvSpPr>
          <p:cNvPr id="98" name="Shape 98"/>
          <p:cNvSpPr>
            <a:spLocks noGrp="1"/>
          </p:cNvSpPr>
          <p:nvPr>
            <p:ph type="body" sz="quarter" idx="14"/>
          </p:nvPr>
        </p:nvSpPr>
        <p:spPr>
          <a:xfrm>
            <a:off x="892970" y="3049599"/>
            <a:ext cx="7358063" cy="383755"/>
          </a:xfrm>
          <a:prstGeom prst="rect">
            <a:avLst/>
          </a:prstGeom>
        </p:spPr>
        <p:txBody>
          <a:bodyPr>
            <a:spAutoFit/>
          </a:bodyPr>
          <a:lstStyle>
            <a:lvl1pPr marL="0" indent="0" algn="ctr">
              <a:spcBef>
                <a:spcPts val="0"/>
              </a:spcBef>
              <a:buSzTx/>
              <a:buNone/>
              <a:defRPr sz="2025"/>
            </a:lvl1pPr>
          </a:lstStyle>
          <a:p>
            <a:pPr lvl="0"/>
            <a:r>
              <a:rPr lang="en-US"/>
              <a:t>Click to edit Master text styles</a:t>
            </a:r>
          </a:p>
        </p:txBody>
      </p:sp>
      <p:sp>
        <p:nvSpPr>
          <p:cNvPr id="99" name="Shape 99"/>
          <p:cNvSpPr>
            <a:spLocks noGrp="1"/>
          </p:cNvSpPr>
          <p:nvPr>
            <p:ph type="sldNum" sz="quarter" idx="2"/>
          </p:nvPr>
        </p:nvSpPr>
        <p:spPr>
          <a:xfrm>
            <a:off x="8397441"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49672428"/>
      </p:ext>
    </p:extLst>
  </p:cSld>
  <p:clrMapOvr>
    <a:masterClrMapping/>
  </p:clrMapOvr>
  <p:transition spd="med"/>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6" name="Shape 106"/>
          <p:cNvSpPr>
            <a:spLocks noGrp="1"/>
          </p:cNvSpPr>
          <p:nvPr>
            <p:ph type="pic" idx="13"/>
          </p:nvPr>
        </p:nvSpPr>
        <p:spPr>
          <a:xfrm>
            <a:off x="0" y="0"/>
            <a:ext cx="9144000" cy="6858000"/>
          </a:xfrm>
          <a:prstGeom prst="rect">
            <a:avLst/>
          </a:prstGeom>
        </p:spPr>
        <p:txBody>
          <a:bodyPr lIns="64291" tIns="32145" rIns="64291" bIns="32145" anchor="t">
            <a:noAutofit/>
          </a:bodyPr>
          <a:lstStyle/>
          <a:p>
            <a:r>
              <a:rPr lang="en-US"/>
              <a:t>Click icon to add picture</a:t>
            </a:r>
            <a:endParaRPr dirty="0"/>
          </a:p>
        </p:txBody>
      </p:sp>
      <p:sp>
        <p:nvSpPr>
          <p:cNvPr id="107" name="Shape 107"/>
          <p:cNvSpPr>
            <a:spLocks noGrp="1"/>
          </p:cNvSpPr>
          <p:nvPr>
            <p:ph type="sldNum" sz="quarter" idx="2"/>
          </p:nvPr>
        </p:nvSpPr>
        <p:spPr>
          <a:xfrm>
            <a:off x="8406371" y="6588417"/>
            <a:ext cx="234035" cy="222173"/>
          </a:xfrm>
          <a:prstGeom prst="rect">
            <a:avLst/>
          </a:prstGeom>
        </p:spPr>
        <p:txBody>
          <a:bodyPr/>
          <a:lstStyle>
            <a:lvl1pPr>
              <a:defRPr>
                <a:solidFill>
                  <a:srgbClr val="FFFFFF"/>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600742846"/>
      </p:ext>
    </p:extLst>
  </p:cSld>
  <p:clrMapOvr>
    <a:masterClrMapping/>
  </p:clrMapOvr>
  <p:transition spd="med"/>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grpSp>
        <p:nvGrpSpPr>
          <p:cNvPr id="116" name="Group 116"/>
          <p:cNvGrpSpPr/>
          <p:nvPr/>
        </p:nvGrpSpPr>
        <p:grpSpPr>
          <a:xfrm>
            <a:off x="-17858" y="1083"/>
            <a:ext cx="8856715" cy="368363"/>
            <a:chOff x="0" y="0"/>
            <a:chExt cx="12596216" cy="523892"/>
          </a:xfrm>
        </p:grpSpPr>
        <p:sp>
          <p:nvSpPr>
            <p:cNvPr id="114" name="Shape 114"/>
            <p:cNvSpPr/>
            <p:nvPr/>
          </p:nvSpPr>
          <p:spPr>
            <a:xfrm>
              <a:off x="0" y="0"/>
              <a:ext cx="10883652" cy="523893"/>
            </a:xfrm>
            <a:prstGeom prst="rect">
              <a:avLst/>
            </a:prstGeom>
            <a:gradFill flip="none" rotWithShape="1">
              <a:gsLst>
                <a:gs pos="0">
                  <a:srgbClr val="FFFFFF"/>
                </a:gs>
                <a:gs pos="100000">
                  <a:schemeClr val="accent1">
                    <a:hueOff val="273561"/>
                    <a:satOff val="2937"/>
                    <a:lumOff val="-22233"/>
                  </a:schemeClr>
                </a:gs>
              </a:gsLst>
              <a:lin ang="10800000" scaled="0"/>
            </a:gradFill>
            <a:ln w="12700" cap="flat">
              <a:noFill/>
              <a:miter lim="400000"/>
            </a:ln>
            <a:effectLst/>
          </p:spPr>
          <p:txBody>
            <a:bodyPr wrap="square" lIns="50800" tIns="50800" rIns="50800" bIns="50800" numCol="1" anchor="ctr">
              <a:noAutofit/>
            </a:bodyPr>
            <a:lstStyle/>
            <a:p>
              <a:pPr>
                <a:defRPr sz="2400">
                  <a:solidFill>
                    <a:srgbClr val="FFFFFF"/>
                  </a:solidFill>
                </a:defRPr>
              </a:pPr>
              <a:endParaRPr sz="1800"/>
            </a:p>
          </p:txBody>
        </p:sp>
        <p:pic>
          <p:nvPicPr>
            <p:cNvPr id="115" name="UNO_logo.jpg"/>
            <p:cNvPicPr>
              <a:picLocks noChangeAspect="1"/>
            </p:cNvPicPr>
            <p:nvPr/>
          </p:nvPicPr>
          <p:blipFill>
            <a:blip r:embed="rId2"/>
            <a:stretch>
              <a:fillRect/>
            </a:stretch>
          </p:blipFill>
          <p:spPr>
            <a:xfrm>
              <a:off x="10459287" y="0"/>
              <a:ext cx="2136930" cy="523893"/>
            </a:xfrm>
            <a:prstGeom prst="rect">
              <a:avLst/>
            </a:prstGeom>
            <a:ln w="12700" cap="flat">
              <a:noFill/>
              <a:miter lim="400000"/>
            </a:ln>
            <a:effectLst/>
          </p:spPr>
        </p:pic>
      </p:grpSp>
      <p:sp>
        <p:nvSpPr>
          <p:cNvPr id="117" name="Shape 117"/>
          <p:cNvSpPr/>
          <p:nvPr/>
        </p:nvSpPr>
        <p:spPr>
          <a:xfrm>
            <a:off x="-17858" y="6591192"/>
            <a:ext cx="9179719" cy="262345"/>
          </a:xfrm>
          <a:prstGeom prst="rect">
            <a:avLst/>
          </a:prstGeom>
          <a:gradFill>
            <a:gsLst>
              <a:gs pos="0">
                <a:srgbClr val="2D6294"/>
              </a:gs>
              <a:gs pos="100000">
                <a:srgbClr val="000000"/>
              </a:gs>
            </a:gsLst>
          </a:gradFill>
          <a:ln w="12700">
            <a:miter lim="400000"/>
          </a:ln>
          <a:effectLst>
            <a:outerShdw blurRad="38100" dist="25400" dir="5400000" rotWithShape="0">
              <a:srgbClr val="000000">
                <a:alpha val="50000"/>
              </a:srgbClr>
            </a:outerShdw>
          </a:effectLst>
        </p:spPr>
        <p:txBody>
          <a:bodyPr lIns="26788" tIns="26788" rIns="26788" bIns="26788" anchor="ctr"/>
          <a:lstStyle/>
          <a:p>
            <a:pPr>
              <a:defRPr sz="2400">
                <a:solidFill>
                  <a:srgbClr val="FFFFFF"/>
                </a:solidFill>
              </a:defRPr>
            </a:pPr>
            <a:endParaRPr sz="1800"/>
          </a:p>
        </p:txBody>
      </p:sp>
      <p:sp>
        <p:nvSpPr>
          <p:cNvPr id="118" name="Shape 118"/>
          <p:cNvSpPr>
            <a:spLocks noGrp="1"/>
          </p:cNvSpPr>
          <p:nvPr>
            <p:ph type="sldNum" sz="quarter" idx="2"/>
          </p:nvPr>
        </p:nvSpPr>
        <p:spPr>
          <a:xfrm>
            <a:off x="8495739" y="6563320"/>
            <a:ext cx="234035" cy="222173"/>
          </a:xfrm>
          <a:prstGeom prst="rect">
            <a:avLst/>
          </a:prstGeom>
        </p:spPr>
        <p:txBody>
          <a:bodyPr/>
          <a:lstStyle>
            <a:lvl1pPr>
              <a:defRPr>
                <a:solidFill>
                  <a:srgbClr val="F8F8F8"/>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3712378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advTm="30404">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p:cSld name="Title Slide">
    <p:spTree>
      <p:nvGrpSpPr>
        <p:cNvPr id="1" name=""/>
        <p:cNvGrpSpPr/>
        <p:nvPr/>
      </p:nvGrpSpPr>
      <p:grpSpPr>
        <a:xfrm>
          <a:off x="0" y="0"/>
          <a:ext cx="0" cy="0"/>
          <a:chOff x="0" y="0"/>
          <a:chExt cx="0" cy="0"/>
        </a:xfrm>
      </p:grpSpPr>
      <p:grpSp>
        <p:nvGrpSpPr>
          <p:cNvPr id="6" name="Group 116"/>
          <p:cNvGrpSpPr/>
          <p:nvPr/>
        </p:nvGrpSpPr>
        <p:grpSpPr>
          <a:xfrm>
            <a:off x="-17858" y="1083"/>
            <a:ext cx="8856715" cy="368363"/>
            <a:chOff x="0" y="0"/>
            <a:chExt cx="12596216" cy="523892"/>
          </a:xfrm>
        </p:grpSpPr>
        <p:sp>
          <p:nvSpPr>
            <p:cNvPr id="7" name="Shape 114"/>
            <p:cNvSpPr/>
            <p:nvPr/>
          </p:nvSpPr>
          <p:spPr>
            <a:xfrm>
              <a:off x="0" y="0"/>
              <a:ext cx="10883652" cy="523893"/>
            </a:xfrm>
            <a:prstGeom prst="rect">
              <a:avLst/>
            </a:prstGeom>
            <a:gradFill flip="none" rotWithShape="1">
              <a:gsLst>
                <a:gs pos="0">
                  <a:srgbClr val="FFFFFF"/>
                </a:gs>
                <a:gs pos="100000">
                  <a:schemeClr val="accent1">
                    <a:hueOff val="273561"/>
                    <a:satOff val="2937"/>
                    <a:lumOff val="-22233"/>
                  </a:schemeClr>
                </a:gs>
              </a:gsLst>
              <a:lin ang="10800000" scaled="0"/>
            </a:gradFill>
            <a:ln w="12700" cap="flat">
              <a:noFill/>
              <a:miter lim="400000"/>
            </a:ln>
            <a:effectLst/>
          </p:spPr>
          <p:txBody>
            <a:bodyPr wrap="square" lIns="50800" tIns="50800" rIns="50800" bIns="50800" numCol="1" anchor="ctr">
              <a:noAutofit/>
            </a:bodyPr>
            <a:lstStyle/>
            <a:p>
              <a:pPr>
                <a:defRPr sz="2400">
                  <a:solidFill>
                    <a:srgbClr val="FFFFFF"/>
                  </a:solidFill>
                </a:defRPr>
              </a:pPr>
              <a:endParaRPr sz="1800"/>
            </a:p>
          </p:txBody>
        </p:sp>
        <p:pic>
          <p:nvPicPr>
            <p:cNvPr id="8" name="UNO_logo.jpg"/>
            <p:cNvPicPr>
              <a:picLocks noChangeAspect="1"/>
            </p:cNvPicPr>
            <p:nvPr/>
          </p:nvPicPr>
          <p:blipFill>
            <a:blip r:embed="rId2"/>
            <a:stretch>
              <a:fillRect/>
            </a:stretch>
          </p:blipFill>
          <p:spPr>
            <a:xfrm>
              <a:off x="10459287" y="0"/>
              <a:ext cx="2136930" cy="523893"/>
            </a:xfrm>
            <a:prstGeom prst="rect">
              <a:avLst/>
            </a:prstGeom>
            <a:ln w="12700" cap="flat">
              <a:noFill/>
              <a:miter lim="400000"/>
            </a:ln>
            <a:effectLst/>
          </p:spPr>
        </p:pic>
      </p:grpSp>
      <p:sp>
        <p:nvSpPr>
          <p:cNvPr id="9" name="Shape 117"/>
          <p:cNvSpPr/>
          <p:nvPr/>
        </p:nvSpPr>
        <p:spPr>
          <a:xfrm>
            <a:off x="-17858" y="6591192"/>
            <a:ext cx="9179719" cy="262345"/>
          </a:xfrm>
          <a:prstGeom prst="rect">
            <a:avLst/>
          </a:prstGeom>
          <a:gradFill>
            <a:gsLst>
              <a:gs pos="0">
                <a:srgbClr val="2D6294"/>
              </a:gs>
              <a:gs pos="100000">
                <a:srgbClr val="000000"/>
              </a:gs>
            </a:gsLst>
          </a:gradFill>
          <a:ln w="12700">
            <a:miter lim="400000"/>
          </a:ln>
          <a:effectLst>
            <a:outerShdw blurRad="38100" dist="25400" dir="5400000" rotWithShape="0">
              <a:srgbClr val="000000">
                <a:alpha val="50000"/>
              </a:srgbClr>
            </a:outerShdw>
          </a:effectLst>
        </p:spPr>
        <p:txBody>
          <a:bodyPr lIns="26788" tIns="26788" rIns="26788" bIns="26788" anchor="ctr"/>
          <a:lstStyle/>
          <a:p>
            <a:pPr>
              <a:defRPr sz="2400">
                <a:solidFill>
                  <a:srgbClr val="FFFFFF"/>
                </a:solidFill>
              </a:defRPr>
            </a:pPr>
            <a:endParaRPr sz="1800"/>
          </a:p>
        </p:txBody>
      </p:sp>
      <p:sp>
        <p:nvSpPr>
          <p:cNvPr id="10" name="Shape 118"/>
          <p:cNvSpPr>
            <a:spLocks noGrp="1"/>
          </p:cNvSpPr>
          <p:nvPr>
            <p:ph type="sldNum" sz="quarter" idx="2"/>
          </p:nvPr>
        </p:nvSpPr>
        <p:spPr>
          <a:xfrm>
            <a:off x="8495739" y="6563320"/>
            <a:ext cx="234035" cy="222173"/>
          </a:xfrm>
          <a:prstGeom prst="rect">
            <a:avLst/>
          </a:prstGeom>
        </p:spPr>
        <p:txBody>
          <a:bodyPr/>
          <a:lstStyle>
            <a:lvl1pPr>
              <a:defRPr>
                <a:solidFill>
                  <a:srgbClr val="F8F8F8"/>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8937127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xfrm>
            <a:off x="8359591" y="6585814"/>
            <a:ext cx="234035" cy="222173"/>
          </a:xfrm>
          <a:ln/>
        </p:spPr>
        <p:txBody>
          <a:bodyPr/>
          <a:lstStyle>
            <a:lvl1pPr>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105960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000"/>
            </a:lvl1pPr>
          </a:lstStyle>
          <a:p>
            <a:r>
              <a:rPr lang="en-US"/>
              <a:t>Click to edit Master title style</a:t>
            </a:r>
            <a:endParaRPr lang="en-US" dirty="0"/>
          </a:p>
        </p:txBody>
      </p:sp>
      <p:sp>
        <p:nvSpPr>
          <p:cNvPr id="3" name="Rectangle 4"/>
          <p:cNvSpPr>
            <a:spLocks noGrp="1" noChangeArrowheads="1"/>
          </p:cNvSpPr>
          <p:nvPr>
            <p:ph type="sldNum" sz="quarter" idx="10"/>
          </p:nvPr>
        </p:nvSpPr>
        <p:spPr>
          <a:xfrm>
            <a:off x="8359591" y="6585814"/>
            <a:ext cx="234035" cy="222173"/>
          </a:xfrm>
          <a:ln/>
        </p:spPr>
        <p:txBody>
          <a:bodyPr/>
          <a:lstStyle>
            <a:lvl1pPr>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62674066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advTm="30404">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3124200" y="6248400"/>
            <a:ext cx="2895600" cy="457200"/>
          </a:xfrm>
          <a:prstGeom prst="rect">
            <a:avLst/>
          </a:prstGeom>
        </p:spPr>
        <p:txBody>
          <a:bodyPr/>
          <a:lstStyle>
            <a:lvl1pPr>
              <a:defRPr>
                <a:latin typeface="Batang" charset="0"/>
                <a:ea typeface="ＭＳ Ｐゴシック" charset="0"/>
                <a:cs typeface="ＭＳ Ｐゴシック" charset="0"/>
              </a:defRPr>
            </a:lvl1pPr>
          </a:lstStyle>
          <a:p>
            <a:r>
              <a:rPr lang="en-US"/>
              <a:t>Sample Footer Text</a:t>
            </a:r>
            <a:endParaRPr lang="en-US" dirty="0"/>
          </a:p>
        </p:txBody>
      </p:sp>
      <p:sp>
        <p:nvSpPr>
          <p:cNvPr id="6" name="Slide Number Placeholder 5"/>
          <p:cNvSpPr>
            <a:spLocks noGrp="1"/>
          </p:cNvSpPr>
          <p:nvPr>
            <p:ph type="sldNum" sz="quarter" idx="11"/>
          </p:nvPr>
        </p:nvSpPr>
        <p:spPr>
          <a:xfrm>
            <a:off x="8359591" y="6585814"/>
            <a:ext cx="234035" cy="222173"/>
          </a:xfrm>
        </p:spPr>
        <p:txBody>
          <a:bodyPr vert="horz" numCol="1" anchor="t" anchorCtr="0" compatLnSpc="1">
            <a:prstTxWarp prst="textNoShape">
              <a:avLst/>
            </a:prstTxWarp>
          </a:bodyPr>
          <a:lstStyle>
            <a:lvl1pPr>
              <a:defRPr>
                <a:latin typeface="Batang" charset="-127"/>
                <a:ea typeface="ＭＳ Ｐゴシック" charset="-128"/>
              </a:defRPr>
            </a:lvl1pPr>
          </a:lstStyle>
          <a:p>
            <a:fld id="{3A4F6043-7A67-491B-98BC-F933DED7226D}" type="slidenum">
              <a:rPr lang="en-US" smtClean="0"/>
              <a:pPr/>
              <a:t>‹#›</a:t>
            </a:fld>
            <a:endParaRPr lang="en-US" dirty="0"/>
          </a:p>
        </p:txBody>
      </p:sp>
      <p:sp>
        <p:nvSpPr>
          <p:cNvPr id="7" name="Date Placeholder 6"/>
          <p:cNvSpPr>
            <a:spLocks noGrp="1"/>
          </p:cNvSpPr>
          <p:nvPr>
            <p:ph type="dt" sz="half" idx="12"/>
          </p:nvPr>
        </p:nvSpPr>
        <p:spPr>
          <a:xfrm>
            <a:off x="457200" y="6245225"/>
            <a:ext cx="2133600" cy="476250"/>
          </a:xfrm>
          <a:prstGeom prst="rect">
            <a:avLst/>
          </a:prstGeom>
        </p:spPr>
        <p:txBody>
          <a:bodyPr/>
          <a:lstStyle>
            <a:lvl1pPr>
              <a:defRPr>
                <a:latin typeface="Batang" charset="0"/>
                <a:ea typeface="ＭＳ Ｐゴシック" charset="0"/>
                <a:cs typeface="ＭＳ Ｐゴシック" charset="0"/>
              </a:defRPr>
            </a:lvl1pPr>
          </a:lstStyle>
          <a:p>
            <a:fld id="{DD867148-10D2-42AA-986D-4CC57E5F3224}" type="datetime2">
              <a:rPr lang="en-US" smtClean="0"/>
              <a:t>Monday, March 28, 2022</a:t>
            </a:fld>
            <a:endParaRPr lang="en-US" dirty="0"/>
          </a:p>
        </p:txBody>
      </p:sp>
    </p:spTree>
    <p:extLst>
      <p:ext uri="{BB962C8B-B14F-4D97-AF65-F5344CB8AC3E}">
        <p14:creationId xmlns:p14="http://schemas.microsoft.com/office/powerpoint/2010/main" val="2002585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1" y="381000"/>
            <a:ext cx="8305799" cy="762000"/>
          </a:xfrm>
          <a:prstGeom prst="rect">
            <a:avLst/>
          </a:prstGeom>
          <a:ln w="12700">
            <a:miter lim="400000"/>
          </a:ln>
          <a:extLst>
            <a:ext uri="{C572A759-6A51-4108-AA02-DFA0A04FC94B}">
              <ma14:wrappingTextBoxFlag xmlns:ma14="http://schemas.microsoft.com/office/mac/drawingml/2011/main" xmlns="" val="1"/>
            </a:ext>
          </a:extLst>
        </p:spPr>
        <p:txBody>
          <a:bodyPr lIns="35717" tIns="35717" rIns="35717" bIns="35717" anchor="ctr">
            <a:normAutofit/>
          </a:bodyPr>
          <a:lstStyle/>
          <a:p>
            <a:r>
              <a:t>Title Text</a:t>
            </a:r>
          </a:p>
        </p:txBody>
      </p:sp>
      <p:sp>
        <p:nvSpPr>
          <p:cNvPr id="3" name="Shape 3"/>
          <p:cNvSpPr/>
          <p:nvPr/>
        </p:nvSpPr>
        <p:spPr>
          <a:xfrm>
            <a:off x="-17858" y="6591192"/>
            <a:ext cx="9179719" cy="262345"/>
          </a:xfrm>
          <a:prstGeom prst="rect">
            <a:avLst/>
          </a:prstGeom>
          <a:gradFill>
            <a:gsLst>
              <a:gs pos="0">
                <a:srgbClr val="B45B00"/>
              </a:gs>
              <a:gs pos="100000">
                <a:srgbClr val="000000"/>
              </a:gs>
            </a:gsLst>
          </a:gradFill>
          <a:ln w="12700">
            <a:miter lim="400000"/>
          </a:ln>
          <a:effectLst>
            <a:outerShdw blurRad="38100" dist="25400" dir="5400000" rotWithShape="0">
              <a:srgbClr val="000000">
                <a:alpha val="50000"/>
              </a:srgbClr>
            </a:outerShdw>
          </a:effectLst>
        </p:spPr>
        <p:txBody>
          <a:bodyPr lIns="26788" tIns="26788" rIns="26788" bIns="26788" anchor="ctr"/>
          <a:lstStyle/>
          <a:p>
            <a:pPr>
              <a:defRPr sz="2400">
                <a:solidFill>
                  <a:srgbClr val="FFFFFF"/>
                </a:solidFill>
              </a:defRPr>
            </a:pPr>
            <a:endParaRPr sz="1800"/>
          </a:p>
        </p:txBody>
      </p:sp>
      <p:sp>
        <p:nvSpPr>
          <p:cNvPr id="7" name="Shape 7"/>
          <p:cNvSpPr>
            <a:spLocks noGrp="1"/>
          </p:cNvSpPr>
          <p:nvPr>
            <p:ph type="body" idx="1"/>
          </p:nvPr>
        </p:nvSpPr>
        <p:spPr>
          <a:xfrm>
            <a:off x="457201" y="1219200"/>
            <a:ext cx="8305799" cy="5031581"/>
          </a:xfrm>
          <a:prstGeom prst="rect">
            <a:avLst/>
          </a:prstGeom>
          <a:ln w="12700">
            <a:miter lim="400000"/>
          </a:ln>
          <a:extLst>
            <a:ext uri="{C572A759-6A51-4108-AA02-DFA0A04FC94B}">
              <ma14:wrappingTextBoxFlag xmlns:ma14="http://schemas.microsoft.com/office/mac/drawingml/2011/main" xmlns="" val="1"/>
            </a:ext>
          </a:extLst>
        </p:spPr>
        <p:txBody>
          <a:bodyPr lIns="35717" tIns="35717" rIns="35717" bIns="35717" anchor="ct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8" name="Shape 8"/>
          <p:cNvSpPr>
            <a:spLocks noGrp="1"/>
          </p:cNvSpPr>
          <p:nvPr>
            <p:ph type="sldNum" sz="quarter" idx="2"/>
          </p:nvPr>
        </p:nvSpPr>
        <p:spPr>
          <a:xfrm>
            <a:off x="8359590" y="6585814"/>
            <a:ext cx="234035" cy="222173"/>
          </a:xfrm>
          <a:prstGeom prst="rect">
            <a:avLst/>
          </a:prstGeom>
          <a:ln w="12700">
            <a:miter lim="400000"/>
          </a:ln>
        </p:spPr>
        <p:txBody>
          <a:bodyPr wrap="none" lIns="35717" tIns="35717" rIns="35717" bIns="35717">
            <a:spAutoFit/>
          </a:bodyPr>
          <a:lstStyle>
            <a:lvl1pPr>
              <a:defRPr sz="975">
                <a:solidFill>
                  <a:schemeClr val="bg1"/>
                </a:solidFill>
              </a:defRPr>
            </a:lvl1pPr>
          </a:lstStyle>
          <a:p>
            <a:fld id="{3A4F6043-7A67-491B-98BC-F933DED7226D}" type="slidenum">
              <a:rPr lang="en-US" smtClean="0"/>
              <a:pPr/>
              <a:t>‹#›</a:t>
            </a:fld>
            <a:endParaRPr lang="en-US" dirty="0"/>
          </a:p>
        </p:txBody>
      </p:sp>
      <p:sp>
        <p:nvSpPr>
          <p:cNvPr id="9" name="TextBox 8"/>
          <p:cNvSpPr txBox="1"/>
          <p:nvPr/>
        </p:nvSpPr>
        <p:spPr>
          <a:xfrm>
            <a:off x="8175041" y="7158914"/>
            <a:ext cx="77009"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wrap="none" lIns="38100" tIns="38100" rIns="38100" bIns="38100" spcCol="38100" anchor="ctr">
            <a:spAutoFit/>
          </a:bodyPr>
          <a:lstStyle/>
          <a:p>
            <a:pPr defTabSz="438150" fontAlgn="auto">
              <a:spcBef>
                <a:spcPts val="0"/>
              </a:spcBef>
              <a:spcAft>
                <a:spcPts val="0"/>
              </a:spcAft>
              <a:defRPr/>
            </a:pPr>
            <a:endParaRPr lang="en-US" sz="2700" b="0" dirty="0">
              <a:solidFill>
                <a:srgbClr val="000000"/>
              </a:solidFill>
              <a:latin typeface="+mn-lt"/>
              <a:ea typeface="+mn-ea"/>
              <a:sym typeface="Helvetica Light"/>
            </a:endParaRPr>
          </a:p>
        </p:txBody>
      </p:sp>
      <p:grpSp>
        <p:nvGrpSpPr>
          <p:cNvPr id="12" name="Group 11">
            <a:extLst>
              <a:ext uri="{FF2B5EF4-FFF2-40B4-BE49-F238E27FC236}">
                <a16:creationId xmlns:a16="http://schemas.microsoft.com/office/drawing/2014/main" id="{86411402-2610-AE41-991F-BEDB97391ED9}"/>
              </a:ext>
            </a:extLst>
          </p:cNvPr>
          <p:cNvGrpSpPr/>
          <p:nvPr/>
        </p:nvGrpSpPr>
        <p:grpSpPr>
          <a:xfrm>
            <a:off x="-10044" y="359"/>
            <a:ext cx="9070558" cy="383591"/>
            <a:chOff x="-10044" y="357"/>
            <a:chExt cx="9070558" cy="383591"/>
          </a:xfrm>
        </p:grpSpPr>
        <p:sp>
          <p:nvSpPr>
            <p:cNvPr id="4" name="Shape 4"/>
            <p:cNvSpPr/>
            <p:nvPr/>
          </p:nvSpPr>
          <p:spPr>
            <a:xfrm>
              <a:off x="-10044" y="357"/>
              <a:ext cx="7652568" cy="368364"/>
            </a:xfrm>
            <a:prstGeom prst="rect">
              <a:avLst/>
            </a:prstGeom>
            <a:gradFill flip="none" rotWithShape="1">
              <a:gsLst>
                <a:gs pos="0">
                  <a:srgbClr val="FFFFFF"/>
                </a:gs>
                <a:gs pos="100000">
                  <a:srgbClr val="D07817"/>
                </a:gs>
              </a:gsLst>
              <a:lin ang="10800000" scaled="0"/>
            </a:gradFill>
            <a:ln w="12700" cap="flat">
              <a:noFill/>
              <a:miter lim="400000"/>
            </a:ln>
            <a:effectLst/>
          </p:spPr>
          <p:txBody>
            <a:bodyPr wrap="square" lIns="50800" tIns="50800" rIns="50800" bIns="50800" numCol="1" anchor="ctr">
              <a:noAutofit/>
            </a:bodyPr>
            <a:lstStyle/>
            <a:p>
              <a:pPr>
                <a:defRPr sz="2400">
                  <a:solidFill>
                    <a:srgbClr val="FFFFFF"/>
                  </a:solidFill>
                </a:defRPr>
              </a:pPr>
              <a:endParaRPr sz="1800"/>
            </a:p>
          </p:txBody>
        </p:sp>
        <p:pic>
          <p:nvPicPr>
            <p:cNvPr id="11" name="Picture 10">
              <a:extLst>
                <a:ext uri="{FF2B5EF4-FFF2-40B4-BE49-F238E27FC236}">
                  <a16:creationId xmlns:a16="http://schemas.microsoft.com/office/drawing/2014/main" id="{34B54778-CE6C-9C4D-A0FB-F623C68040F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940432" y="6369"/>
              <a:ext cx="1120082" cy="377579"/>
            </a:xfrm>
            <a:prstGeom prst="rect">
              <a:avLst/>
            </a:prstGeom>
          </p:spPr>
        </p:pic>
      </p:grpSp>
    </p:spTree>
    <p:extLst>
      <p:ext uri="{BB962C8B-B14F-4D97-AF65-F5344CB8AC3E}">
        <p14:creationId xmlns:p14="http://schemas.microsoft.com/office/powerpoint/2010/main" val="2359123691"/>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hf hdr="0" ftr="0" dt="0"/>
  <p:txStyles>
    <p:titleStyle>
      <a:lvl1pPr marL="0" marR="0" indent="0"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1pPr>
      <a:lvl2pPr marL="0" marR="0" indent="120547"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2pPr>
      <a:lvl3pPr marL="0" marR="0" indent="241093"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3pPr>
      <a:lvl4pPr marL="0" marR="0" indent="361640"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4pPr>
      <a:lvl5pPr marL="0" marR="0" indent="482186"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5pPr>
      <a:lvl6pPr marL="0" marR="0" indent="602732"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6pPr>
      <a:lvl7pPr marL="0" marR="0" indent="723279"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7pPr>
      <a:lvl8pPr marL="0" marR="0" indent="843826"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8pPr>
      <a:lvl9pPr marL="0" marR="0" indent="964372"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9pPr>
    </p:titleStyle>
    <p:bodyStyle>
      <a:lvl1pPr marL="234396"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1pPr>
      <a:lvl2pPr marL="468792"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2pPr>
      <a:lvl3pPr marL="703188"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3pPr>
      <a:lvl4pPr marL="937584"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4pPr>
      <a:lvl5pPr marL="1171980"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5pPr>
      <a:lvl6pPr marL="1406376"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6pPr>
      <a:lvl7pPr marL="1640772"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7pPr>
      <a:lvl8pPr marL="1875168"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8pPr>
      <a:lvl9pPr marL="2109564"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1pPr>
      <a:lvl2pPr marL="0" marR="0" indent="120547"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2pPr>
      <a:lvl3pPr marL="0" marR="0" indent="241093"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3pPr>
      <a:lvl4pPr marL="0" marR="0" indent="361640"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4pPr>
      <a:lvl5pPr marL="0" marR="0" indent="482186"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5pPr>
      <a:lvl6pPr marL="0" marR="0" indent="602732"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6pPr>
      <a:lvl7pPr marL="0" marR="0" indent="723279"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7pPr>
      <a:lvl8pPr marL="0" marR="0" indent="843826"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8pPr>
      <a:lvl9pPr marL="0" marR="0" indent="964372" algn="ctr" defTabSz="308063" rtl="0" eaLnBrk="1" latinLnBrk="0" hangingPunct="1">
        <a:lnSpc>
          <a:spcPct val="100000"/>
        </a:lnSpc>
        <a:spcBef>
          <a:spcPts val="0"/>
        </a:spcBef>
        <a:spcAft>
          <a:spcPts val="0"/>
        </a:spcAft>
        <a:buClrTx/>
        <a:buSzTx/>
        <a:buFontTx/>
        <a:buNone/>
        <a:tabLst/>
        <a:defRPr sz="975"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hyperlink" Target="https://elearn.isu.edu/community/mod/url/view.php?id=14299" TargetMode="External"/><Relationship Id="rId2" Type="http://schemas.openxmlformats.org/officeDocument/2006/relationships/hyperlink" Target="https://elearn.isu.edu/community/mod/url/view.php?id=14298" TargetMode="External"/><Relationship Id="rId1" Type="http://schemas.openxmlformats.org/officeDocument/2006/relationships/slideLayout" Target="../slideLayouts/slideLayout14.xml"/><Relationship Id="rId5" Type="http://schemas.openxmlformats.org/officeDocument/2006/relationships/image" Target="../media/image6.png"/><Relationship Id="rId4" Type="http://schemas.openxmlformats.org/officeDocument/2006/relationships/hyperlink" Target="https://elearn.isu.edu/community/mod/url/view.php?id=14301"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elearn.isu.edu/community/mod/url/view.php?id=14299" TargetMode="External"/><Relationship Id="rId2" Type="http://schemas.openxmlformats.org/officeDocument/2006/relationships/hyperlink" Target="https://elearn.isu.edu/community/mod/url/view.php?id=14298" TargetMode="External"/><Relationship Id="rId1" Type="http://schemas.openxmlformats.org/officeDocument/2006/relationships/slideLayout" Target="../slideLayouts/slideLayout14.xml"/><Relationship Id="rId5" Type="http://schemas.openxmlformats.org/officeDocument/2006/relationships/hyperlink" Target="https://searchbusinessanalytics.techtarget.com/definition/decision-making-process" TargetMode="External"/><Relationship Id="rId4" Type="http://schemas.openxmlformats.org/officeDocument/2006/relationships/hyperlink" Target="https://elearn.isu.edu/community/mod/url/view.php?id=14301"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elearn.isu.edu/community/mod/url/view.php?id=14299" TargetMode="External"/><Relationship Id="rId2" Type="http://schemas.openxmlformats.org/officeDocument/2006/relationships/hyperlink" Target="https://elearn.isu.edu/community/mod/url/view.php?id=14298" TargetMode="External"/><Relationship Id="rId1" Type="http://schemas.openxmlformats.org/officeDocument/2006/relationships/slideLayout" Target="../slideLayouts/slideLayout14.xml"/><Relationship Id="rId5" Type="http://schemas.openxmlformats.org/officeDocument/2006/relationships/hyperlink" Target="https://searchcio.techtarget.com/definition/OODA-loop" TargetMode="External"/><Relationship Id="rId4" Type="http://schemas.openxmlformats.org/officeDocument/2006/relationships/hyperlink" Target="https://elearn.isu.edu/community/mod/url/view.php?id=14301"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elearn.isu.edu/community/mod/url/view.php?id=14299" TargetMode="External"/><Relationship Id="rId7" Type="http://schemas.openxmlformats.org/officeDocument/2006/relationships/hyperlink" Target="https://en.wikipedia.org/wiki/The_Magical_Number_Seven,_Plus_or_Minus_Two" TargetMode="External"/><Relationship Id="rId2" Type="http://schemas.openxmlformats.org/officeDocument/2006/relationships/hyperlink" Target="https://elearn.isu.edu/community/mod/url/view.php?id=14298" TargetMode="External"/><Relationship Id="rId1" Type="http://schemas.openxmlformats.org/officeDocument/2006/relationships/slideLayout" Target="../slideLayouts/slideLayout14.xml"/><Relationship Id="rId6" Type="http://schemas.openxmlformats.org/officeDocument/2006/relationships/slide" Target="slide10.xml"/><Relationship Id="rId5" Type="http://schemas.openxmlformats.org/officeDocument/2006/relationships/hyperlink" Target="https://en.wikipedia.org/wiki/BLUF_(communication)" TargetMode="External"/><Relationship Id="rId4" Type="http://schemas.openxmlformats.org/officeDocument/2006/relationships/hyperlink" Target="https://elearn.isu.edu/community/mod/url/view.php?id=14301"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elearn.isu.edu/community/mod/url/view.php?id=14299" TargetMode="External"/><Relationship Id="rId2" Type="http://schemas.openxmlformats.org/officeDocument/2006/relationships/hyperlink" Target="https://elearn.isu.edu/community/mod/url/view.php?id=14298" TargetMode="External"/><Relationship Id="rId1" Type="http://schemas.openxmlformats.org/officeDocument/2006/relationships/slideLayout" Target="../slideLayouts/slideLayout14.xml"/><Relationship Id="rId4" Type="http://schemas.openxmlformats.org/officeDocument/2006/relationships/hyperlink" Target="https://elearn.isu.edu/community/mod/url/view.php?id=14301"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elearn.isu.edu/community/mod/url/view.php?id=14299" TargetMode="External"/><Relationship Id="rId2" Type="http://schemas.openxmlformats.org/officeDocument/2006/relationships/hyperlink" Target="https://elearn.isu.edu/community/mod/url/view.php?id=14298" TargetMode="External"/><Relationship Id="rId1" Type="http://schemas.openxmlformats.org/officeDocument/2006/relationships/slideLayout" Target="../slideLayouts/slideLayout14.xml"/><Relationship Id="rId4" Type="http://schemas.openxmlformats.org/officeDocument/2006/relationships/hyperlink" Target="https://elearn.isu.edu/community/mod/url/view.php?id=1430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CBB2D0DD-BB99-7544-A6C0-47A20C9619F8}"/>
              </a:ext>
            </a:extLst>
          </p:cNvPr>
          <p:cNvSpPr txBox="1">
            <a:spLocks/>
          </p:cNvSpPr>
          <p:nvPr/>
        </p:nvSpPr>
        <p:spPr>
          <a:xfrm>
            <a:off x="746935" y="482859"/>
            <a:ext cx="7650130" cy="1111765"/>
          </a:xfrm>
          <a:prstGeom prst="rect">
            <a:avLst/>
          </a:prstGeom>
          <a:ln w="12700">
            <a:miter lim="400000"/>
          </a:ln>
          <a:extLst>
            <a:ext uri="{C572A759-6A51-4108-AA02-DFA0A04FC94B}">
              <ma14:wrappingTextBoxFlag xmlns:ma14="http://schemas.microsoft.com/office/mac/drawingml/2011/main" xmlns="" val="1"/>
            </a:ext>
          </a:extLst>
        </p:spPr>
        <p:txBody>
          <a:bodyPr lIns="35717" tIns="35717" rIns="35717" bIns="35717" anchor="b">
            <a:normAutofit fontScale="97500"/>
          </a:bodyPr>
          <a:lstStyle>
            <a:lvl1pPr marL="0" marR="0" indent="0"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1pPr>
            <a:lvl2pPr marL="0" marR="0" indent="120547"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2pPr>
            <a:lvl3pPr marL="0" marR="0" indent="241093"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3pPr>
            <a:lvl4pPr marL="0" marR="0" indent="361640"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4pPr>
            <a:lvl5pPr marL="0" marR="0" indent="482186"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5pPr>
            <a:lvl6pPr marL="0" marR="0" indent="602732"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6pPr>
            <a:lvl7pPr marL="0" marR="0" indent="723279"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7pPr>
            <a:lvl8pPr marL="0" marR="0" indent="843826"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8pPr>
            <a:lvl9pPr marL="0" marR="0" indent="964372"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9pPr>
          </a:lstStyle>
          <a:p>
            <a:pPr fontAlgn="auto"/>
            <a:r>
              <a:rPr lang="en-US" sz="3600" kern="0" dirty="0">
                <a:solidFill>
                  <a:schemeClr val="tx1"/>
                </a:solidFill>
              </a:rPr>
              <a:t>CS 4417/5517</a:t>
            </a:r>
          </a:p>
        </p:txBody>
      </p:sp>
      <p:sp>
        <p:nvSpPr>
          <p:cNvPr id="22" name="Subtitle 2">
            <a:extLst>
              <a:ext uri="{FF2B5EF4-FFF2-40B4-BE49-F238E27FC236}">
                <a16:creationId xmlns:a16="http://schemas.microsoft.com/office/drawing/2014/main" id="{28094712-E770-6A48-B299-45F5CECC98FE}"/>
              </a:ext>
            </a:extLst>
          </p:cNvPr>
          <p:cNvSpPr txBox="1">
            <a:spLocks/>
          </p:cNvSpPr>
          <p:nvPr/>
        </p:nvSpPr>
        <p:spPr>
          <a:xfrm>
            <a:off x="892968" y="4729336"/>
            <a:ext cx="7358063" cy="794742"/>
          </a:xfrm>
          <a:prstGeom prst="rect">
            <a:avLst/>
          </a:prstGeom>
          <a:ln w="12700">
            <a:miter lim="400000"/>
          </a:ln>
          <a:extLst>
            <a:ext uri="{C572A759-6A51-4108-AA02-DFA0A04FC94B}">
              <ma14:wrappingTextBoxFlag xmlns:ma14="http://schemas.microsoft.com/office/mac/drawingml/2011/main" xmlns="" val="1"/>
            </a:ext>
          </a:extLst>
        </p:spPr>
        <p:txBody>
          <a:bodyPr lIns="35717" tIns="35717" rIns="35717" bIns="35717" anchor="b">
            <a:normAutofit/>
          </a:bodyPr>
          <a:lstStyle>
            <a:lvl1pPr marL="0" marR="0" indent="0" algn="ctr" defTabSz="308063" rtl="0" eaLnBrk="1" latinLnBrk="0" hangingPunct="1">
              <a:lnSpc>
                <a:spcPct val="100000"/>
              </a:lnSpc>
              <a:spcBef>
                <a:spcPts val="0"/>
              </a:spcBef>
              <a:spcAft>
                <a:spcPts val="0"/>
              </a:spcAft>
              <a:buClrTx/>
              <a:buSzTx/>
              <a:buFontTx/>
              <a:buNone/>
              <a:tabLst/>
              <a:defRPr sz="1650" b="0" i="0" u="none" strike="noStrike" cap="none" spc="0" baseline="0">
                <a:ln>
                  <a:noFill/>
                </a:ln>
                <a:solidFill>
                  <a:srgbClr val="000000"/>
                </a:solidFill>
                <a:uFillTx/>
                <a:latin typeface="+mn-lt"/>
                <a:ea typeface="+mn-ea"/>
                <a:cs typeface="+mn-cs"/>
                <a:sym typeface="Helvetica Light"/>
              </a:defRPr>
            </a:lvl1pPr>
            <a:lvl2pPr marL="0" marR="0" indent="120547" algn="ctr" defTabSz="308063" rtl="0" eaLnBrk="1" latinLnBrk="0" hangingPunct="1">
              <a:lnSpc>
                <a:spcPct val="100000"/>
              </a:lnSpc>
              <a:spcBef>
                <a:spcPts val="0"/>
              </a:spcBef>
              <a:spcAft>
                <a:spcPts val="0"/>
              </a:spcAft>
              <a:buClrTx/>
              <a:buSzTx/>
              <a:buFontTx/>
              <a:buNone/>
              <a:tabLst/>
              <a:defRPr sz="1650" b="0" i="0" u="none" strike="noStrike" cap="none" spc="0" baseline="0">
                <a:ln>
                  <a:noFill/>
                </a:ln>
                <a:solidFill>
                  <a:srgbClr val="000000"/>
                </a:solidFill>
                <a:uFillTx/>
                <a:latin typeface="+mn-lt"/>
                <a:ea typeface="+mn-ea"/>
                <a:cs typeface="+mn-cs"/>
                <a:sym typeface="Helvetica Light"/>
              </a:defRPr>
            </a:lvl2pPr>
            <a:lvl3pPr marL="0" marR="0" indent="241093" algn="ctr" defTabSz="308063" rtl="0" eaLnBrk="1" latinLnBrk="0" hangingPunct="1">
              <a:lnSpc>
                <a:spcPct val="100000"/>
              </a:lnSpc>
              <a:spcBef>
                <a:spcPts val="0"/>
              </a:spcBef>
              <a:spcAft>
                <a:spcPts val="0"/>
              </a:spcAft>
              <a:buClrTx/>
              <a:buSzTx/>
              <a:buFontTx/>
              <a:buNone/>
              <a:tabLst/>
              <a:defRPr sz="1650" b="0" i="0" u="none" strike="noStrike" cap="none" spc="0" baseline="0">
                <a:ln>
                  <a:noFill/>
                </a:ln>
                <a:solidFill>
                  <a:srgbClr val="000000"/>
                </a:solidFill>
                <a:uFillTx/>
                <a:latin typeface="+mn-lt"/>
                <a:ea typeface="+mn-ea"/>
                <a:cs typeface="+mn-cs"/>
                <a:sym typeface="Helvetica Light"/>
              </a:defRPr>
            </a:lvl3pPr>
            <a:lvl4pPr marL="0" marR="0" indent="361640" algn="ctr" defTabSz="308063" rtl="0" eaLnBrk="1" latinLnBrk="0" hangingPunct="1">
              <a:lnSpc>
                <a:spcPct val="100000"/>
              </a:lnSpc>
              <a:spcBef>
                <a:spcPts val="0"/>
              </a:spcBef>
              <a:spcAft>
                <a:spcPts val="0"/>
              </a:spcAft>
              <a:buClrTx/>
              <a:buSzTx/>
              <a:buFontTx/>
              <a:buNone/>
              <a:tabLst/>
              <a:defRPr sz="1650" b="0" i="0" u="none" strike="noStrike" cap="none" spc="0" baseline="0">
                <a:ln>
                  <a:noFill/>
                </a:ln>
                <a:solidFill>
                  <a:srgbClr val="000000"/>
                </a:solidFill>
                <a:uFillTx/>
                <a:latin typeface="+mn-lt"/>
                <a:ea typeface="+mn-ea"/>
                <a:cs typeface="+mn-cs"/>
                <a:sym typeface="Helvetica Light"/>
              </a:defRPr>
            </a:lvl4pPr>
            <a:lvl5pPr marL="0" marR="0" indent="482186" algn="ctr" defTabSz="308063" rtl="0" eaLnBrk="1" latinLnBrk="0" hangingPunct="1">
              <a:lnSpc>
                <a:spcPct val="100000"/>
              </a:lnSpc>
              <a:spcBef>
                <a:spcPts val="0"/>
              </a:spcBef>
              <a:spcAft>
                <a:spcPts val="0"/>
              </a:spcAft>
              <a:buClrTx/>
              <a:buSzTx/>
              <a:buFontTx/>
              <a:buNone/>
              <a:tabLst/>
              <a:defRPr sz="1650" b="0" i="0" u="none" strike="noStrike" cap="none" spc="0" baseline="0">
                <a:ln>
                  <a:noFill/>
                </a:ln>
                <a:solidFill>
                  <a:srgbClr val="000000"/>
                </a:solidFill>
                <a:uFillTx/>
                <a:latin typeface="+mn-lt"/>
                <a:ea typeface="+mn-ea"/>
                <a:cs typeface="+mn-cs"/>
                <a:sym typeface="Helvetica Light"/>
              </a:defRPr>
            </a:lvl5pPr>
            <a:lvl6pPr marL="1406376"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6pPr>
            <a:lvl7pPr marL="1640772"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7pPr>
            <a:lvl8pPr marL="1875168"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8pPr>
            <a:lvl9pPr marL="2109564" marR="0" indent="-234396" algn="l" defTabSz="308063" rtl="0" eaLnBrk="1" latinLnBrk="0" hangingPunct="1">
              <a:lnSpc>
                <a:spcPct val="100000"/>
              </a:lnSpc>
              <a:spcBef>
                <a:spcPts val="2215"/>
              </a:spcBef>
              <a:spcAft>
                <a:spcPts val="0"/>
              </a:spcAft>
              <a:buClrTx/>
              <a:buSzPct val="75000"/>
              <a:buFontTx/>
              <a:buChar char="•"/>
              <a:tabLst/>
              <a:defRPr sz="1875" b="0" i="0" u="none" strike="noStrike" cap="none" spc="0" baseline="0">
                <a:ln>
                  <a:noFill/>
                </a:ln>
                <a:solidFill>
                  <a:srgbClr val="000000"/>
                </a:solidFill>
                <a:uFillTx/>
                <a:latin typeface="+mn-lt"/>
                <a:ea typeface="+mn-ea"/>
                <a:cs typeface="+mn-cs"/>
                <a:sym typeface="Helvetica Light"/>
              </a:defRPr>
            </a:lvl9pPr>
          </a:lstStyle>
          <a:p>
            <a:pPr fontAlgn="auto"/>
            <a:r>
              <a:rPr lang="en-US" kern="0">
                <a:solidFill>
                  <a:schemeClr val="tx1"/>
                </a:solidFill>
              </a:rPr>
              <a:t>Minhaz F. Zibran</a:t>
            </a:r>
          </a:p>
          <a:p>
            <a:pPr fontAlgn="auto"/>
            <a:r>
              <a:rPr lang="en-US" kern="0">
                <a:solidFill>
                  <a:schemeClr val="tx1"/>
                </a:solidFill>
              </a:rPr>
              <a:t>Idaho State University</a:t>
            </a:r>
            <a:endParaRPr lang="en-US" kern="0" dirty="0">
              <a:solidFill>
                <a:schemeClr val="tx1"/>
              </a:solidFill>
            </a:endParaRPr>
          </a:p>
        </p:txBody>
      </p:sp>
      <p:pic>
        <p:nvPicPr>
          <p:cNvPr id="23" name="Picture 22">
            <a:extLst>
              <a:ext uri="{FF2B5EF4-FFF2-40B4-BE49-F238E27FC236}">
                <a16:creationId xmlns:a16="http://schemas.microsoft.com/office/drawing/2014/main" id="{E6720A2B-194D-5940-8B62-2031935F071E}"/>
              </a:ext>
            </a:extLst>
          </p:cNvPr>
          <p:cNvPicPr>
            <a:picLocks noChangeAspect="1"/>
          </p:cNvPicPr>
          <p:nvPr/>
        </p:nvPicPr>
        <p:blipFill>
          <a:blip r:embed="rId3"/>
          <a:stretch>
            <a:fillRect/>
          </a:stretch>
        </p:blipFill>
        <p:spPr>
          <a:xfrm>
            <a:off x="1657260" y="1685053"/>
            <a:ext cx="5829478" cy="3044283"/>
          </a:xfrm>
          <a:prstGeom prst="rect">
            <a:avLst/>
          </a:prstGeom>
        </p:spPr>
      </p:pic>
    </p:spTree>
    <p:custDataLst>
      <p:tags r:id="rId1"/>
    </p:custDataLst>
    <p:extLst>
      <p:ext uri="{BB962C8B-B14F-4D97-AF65-F5344CB8AC3E}">
        <p14:creationId xmlns:p14="http://schemas.microsoft.com/office/powerpoint/2010/main" val="1062510190"/>
      </p:ext>
    </p:extLst>
  </p:cSld>
  <p:clrMapOvr>
    <a:masterClrMapping/>
  </p:clrMapOvr>
  <mc:AlternateContent xmlns:mc="http://schemas.openxmlformats.org/markup-compatibility/2006" xmlns:p14="http://schemas.microsoft.com/office/powerpoint/2010/main">
    <mc:Choice Requires="p14">
      <p:transition spd="slow" p14:dur="2000" advTm="85330"/>
    </mc:Choice>
    <mc:Fallback xmlns="">
      <p:transition spd="slow" advTm="853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03654-EC0B-4AA8-BAE2-45A3DAC8C8FE}"/>
              </a:ext>
            </a:extLst>
          </p:cNvPr>
          <p:cNvSpPr>
            <a:spLocks noGrp="1"/>
          </p:cNvSpPr>
          <p:nvPr>
            <p:ph type="title"/>
          </p:nvPr>
        </p:nvSpPr>
        <p:spPr/>
        <p:txBody>
          <a:bodyPr>
            <a:normAutofit/>
          </a:bodyPr>
          <a:lstStyle/>
          <a:p>
            <a:r>
              <a:rPr lang="en-US" dirty="0"/>
              <a:t>2020 Reported Russian Hacking Attacks</a:t>
            </a:r>
          </a:p>
        </p:txBody>
      </p:sp>
      <p:pic>
        <p:nvPicPr>
          <p:cNvPr id="6" name="Content Placeholder 5" descr="A picture containing rain, nature, large, clock&#10;&#10;Description automatically generated">
            <a:extLst>
              <a:ext uri="{FF2B5EF4-FFF2-40B4-BE49-F238E27FC236}">
                <a16:creationId xmlns:a16="http://schemas.microsoft.com/office/drawing/2014/main" id="{DB2C1218-616C-43D5-B492-A31187B83C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4100" y="1754227"/>
            <a:ext cx="4442720" cy="2962739"/>
          </a:xfrm>
        </p:spPr>
      </p:pic>
      <p:sp>
        <p:nvSpPr>
          <p:cNvPr id="4" name="Slide Number Placeholder 3">
            <a:extLst>
              <a:ext uri="{FF2B5EF4-FFF2-40B4-BE49-F238E27FC236}">
                <a16:creationId xmlns:a16="http://schemas.microsoft.com/office/drawing/2014/main" id="{5CF79DA8-AC6F-41E7-A442-2163C52A7878}"/>
              </a:ext>
            </a:extLst>
          </p:cNvPr>
          <p:cNvSpPr>
            <a:spLocks noGrp="1"/>
          </p:cNvSpPr>
          <p:nvPr>
            <p:ph type="sldNum" sz="quarter" idx="10"/>
          </p:nvPr>
        </p:nvSpPr>
        <p:spPr>
          <a:xfrm>
            <a:off x="8402872" y="6585814"/>
            <a:ext cx="147472" cy="222173"/>
          </a:xfrm>
        </p:spPr>
        <p:txBody>
          <a:bodyPr/>
          <a:lstStyle/>
          <a:p>
            <a:fld id="{3A4F6043-7A67-491B-98BC-F933DED7226D}" type="slidenum">
              <a:rPr lang="en-US" smtClean="0"/>
              <a:pPr/>
              <a:t>2</a:t>
            </a:fld>
            <a:endParaRPr lang="en-US" dirty="0"/>
          </a:p>
        </p:txBody>
      </p:sp>
      <p:sp>
        <p:nvSpPr>
          <p:cNvPr id="7" name="TextBox 6">
            <a:extLst>
              <a:ext uri="{FF2B5EF4-FFF2-40B4-BE49-F238E27FC236}">
                <a16:creationId xmlns:a16="http://schemas.microsoft.com/office/drawing/2014/main" id="{325E381B-D27D-4E83-9C2D-106B943DCCBB}"/>
              </a:ext>
            </a:extLst>
          </p:cNvPr>
          <p:cNvSpPr txBox="1"/>
          <p:nvPr/>
        </p:nvSpPr>
        <p:spPr>
          <a:xfrm>
            <a:off x="457200" y="1424978"/>
            <a:ext cx="3691053" cy="4293483"/>
          </a:xfrm>
          <a:prstGeom prst="rect">
            <a:avLst/>
          </a:prstGeom>
          <a:noFill/>
        </p:spPr>
        <p:txBody>
          <a:bodyPr wrap="square" rtlCol="0">
            <a:spAutoFit/>
          </a:bodyPr>
          <a:lstStyle/>
          <a:p>
            <a:pPr algn="l"/>
            <a:r>
              <a:rPr lang="en-US" sz="2100" b="0" dirty="0">
                <a:solidFill>
                  <a:srgbClr val="000000"/>
                </a:solidFill>
                <a:latin typeface="+mn-lt"/>
              </a:rPr>
              <a:t>I believe that we are more susceptible to misinformation and ideological attacks because of the global Covid-19 health crisis, conflicting information about voting by mail, and chiefly because of how polarized, tribal, and generally intolerant we (USA) have become of each other as a society.</a:t>
            </a:r>
          </a:p>
          <a:p>
            <a:pPr algn="l"/>
            <a:endParaRPr lang="en-US" sz="2100" b="0" dirty="0">
              <a:solidFill>
                <a:srgbClr val="000000"/>
              </a:solidFill>
              <a:latin typeface="+mn-lt"/>
            </a:endParaRPr>
          </a:p>
          <a:p>
            <a:pPr algn="l"/>
            <a:r>
              <a:rPr lang="en-US" sz="2100" b="0" dirty="0">
                <a:solidFill>
                  <a:srgbClr val="2077B6"/>
                </a:solidFill>
                <a:latin typeface="+mn-lt"/>
              </a:rPr>
              <a:t>- Alexander </a:t>
            </a:r>
            <a:r>
              <a:rPr lang="en-US" sz="2100" b="0" dirty="0" err="1">
                <a:solidFill>
                  <a:srgbClr val="2077B6"/>
                </a:solidFill>
                <a:latin typeface="+mn-lt"/>
              </a:rPr>
              <a:t>Urbelis</a:t>
            </a:r>
            <a:endParaRPr lang="en-US" sz="2100" b="0" dirty="0">
              <a:solidFill>
                <a:srgbClr val="2077B6"/>
              </a:solidFill>
              <a:latin typeface="+mn-lt"/>
            </a:endParaRPr>
          </a:p>
        </p:txBody>
      </p:sp>
    </p:spTree>
    <p:extLst>
      <p:ext uri="{BB962C8B-B14F-4D97-AF65-F5344CB8AC3E}">
        <p14:creationId xmlns:p14="http://schemas.microsoft.com/office/powerpoint/2010/main" val="3578022733"/>
      </p:ext>
    </p:extLst>
  </p:cSld>
  <p:clrMapOvr>
    <a:masterClrMapping/>
  </p:clrMapOvr>
  <mc:AlternateContent xmlns:mc="http://schemas.openxmlformats.org/markup-compatibility/2006" xmlns:p14="http://schemas.microsoft.com/office/powerpoint/2010/main">
    <mc:Choice Requires="p14">
      <p:transition spd="slow" p14:dur="2000" advTm="34050">
        <p14:prism isContent="1"/>
      </p:transition>
    </mc:Choice>
    <mc:Fallback xmlns="">
      <p:transition spd="slow" advTm="3405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069A20-9D03-4718-B79C-B5B33E3E87AA}"/>
              </a:ext>
            </a:extLst>
          </p:cNvPr>
          <p:cNvSpPr>
            <a:spLocks noGrp="1"/>
          </p:cNvSpPr>
          <p:nvPr>
            <p:ph type="sldNum" sz="quarter" idx="10"/>
          </p:nvPr>
        </p:nvSpPr>
        <p:spPr>
          <a:xfrm>
            <a:off x="8402872" y="6585814"/>
            <a:ext cx="147472" cy="222173"/>
          </a:xfrm>
        </p:spPr>
        <p:txBody>
          <a:bodyPr/>
          <a:lstStyle/>
          <a:p>
            <a:fld id="{3A4F6043-7A67-491B-98BC-F933DED7226D}" type="slidenum">
              <a:rPr lang="en-US" smtClean="0"/>
              <a:pPr/>
              <a:t>3</a:t>
            </a:fld>
            <a:endParaRPr lang="en-US" dirty="0"/>
          </a:p>
        </p:txBody>
      </p:sp>
      <p:sp>
        <p:nvSpPr>
          <p:cNvPr id="5" name="TextBox 4">
            <a:extLst>
              <a:ext uri="{FF2B5EF4-FFF2-40B4-BE49-F238E27FC236}">
                <a16:creationId xmlns:a16="http://schemas.microsoft.com/office/drawing/2014/main" id="{71701A8D-2AEB-E64F-BF27-317AB4845C15}"/>
              </a:ext>
            </a:extLst>
          </p:cNvPr>
          <p:cNvSpPr txBox="1"/>
          <p:nvPr/>
        </p:nvSpPr>
        <p:spPr>
          <a:xfrm>
            <a:off x="869795" y="1247470"/>
            <a:ext cx="7533077" cy="50270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r>
              <a:rPr lang="en-US" sz="2000" dirty="0">
                <a:latin typeface="+mn-lt"/>
              </a:rPr>
              <a:t>By Wednesday evening</a:t>
            </a:r>
          </a:p>
          <a:p>
            <a:pPr marL="800100" lvl="1" indent="-342900" algn="l">
              <a:buFont typeface="Arial" panose="020B0604020202020204" pitchFamily="34" charset="0"/>
              <a:buChar char="•"/>
            </a:pPr>
            <a:r>
              <a:rPr lang="en-US" sz="2000" b="0" dirty="0">
                <a:latin typeface="+mn-lt"/>
              </a:rPr>
              <a:t>Read Cyber Intelligence Handbook Section 4.3 and 4.4 (i.e., pp. 215-258)</a:t>
            </a:r>
          </a:p>
          <a:p>
            <a:pPr marL="800100" lvl="1" indent="-342900" algn="l">
              <a:buFont typeface="Arial" panose="020B0604020202020204" pitchFamily="34" charset="0"/>
              <a:buChar char="•"/>
            </a:pPr>
            <a:r>
              <a:rPr lang="en-US" sz="2000" b="0" dirty="0">
                <a:latin typeface="+mn-lt"/>
              </a:rPr>
              <a:t>Review the OODA guide </a:t>
            </a:r>
          </a:p>
          <a:p>
            <a:pPr marL="800100" lvl="1" indent="-342900" algn="l">
              <a:buFont typeface="Arial" panose="020B0604020202020204" pitchFamily="34" charset="0"/>
              <a:buChar char="•"/>
            </a:pPr>
            <a:r>
              <a:rPr lang="en-US" sz="2000" b="0" dirty="0"/>
              <a:t>Read the news article, “Six Russian GRU Officers Charged in Connection with Worldwide Deployment of Destructive Malware and Other Disruptive Actions in Cyberspace”</a:t>
            </a:r>
          </a:p>
          <a:p>
            <a:pPr marL="800100" lvl="1" indent="-342900" algn="l">
              <a:buFont typeface="Arial" panose="020B0604020202020204" pitchFamily="34" charset="0"/>
              <a:buChar char="•"/>
            </a:pPr>
            <a:r>
              <a:rPr lang="en-US" sz="2000" b="0" dirty="0"/>
              <a:t>Read the article, “The Untold Story of </a:t>
            </a:r>
            <a:r>
              <a:rPr lang="en-US" sz="2000" b="0" dirty="0" err="1"/>
              <a:t>NotPetya</a:t>
            </a:r>
            <a:r>
              <a:rPr lang="en-US" sz="2000" b="0" dirty="0"/>
              <a:t>, the Most Devastating Cyberattack in History”</a:t>
            </a:r>
            <a:endParaRPr lang="en-US" sz="2000" b="0" dirty="0">
              <a:latin typeface="+mn-lt"/>
            </a:endParaRPr>
          </a:p>
          <a:p>
            <a:pPr marL="800100" lvl="1" indent="-342900" algn="l">
              <a:buFont typeface="Arial" panose="020B0604020202020204" pitchFamily="34" charset="0"/>
              <a:buChar char="•"/>
            </a:pPr>
            <a:r>
              <a:rPr lang="en-US" sz="2000" b="0" dirty="0">
                <a:latin typeface="+mn-lt"/>
              </a:rPr>
              <a:t>Read the report on “US Indictment for Alleged Russian Hacking Efforts US Case 20-316”</a:t>
            </a:r>
          </a:p>
          <a:p>
            <a:pPr marL="800100" lvl="1" indent="-342900" algn="l">
              <a:buFont typeface="Arial" panose="020B0604020202020204" pitchFamily="34" charset="0"/>
              <a:buChar char="•"/>
            </a:pPr>
            <a:r>
              <a:rPr lang="en-US" sz="2000" b="0" dirty="0">
                <a:latin typeface="+mn-lt"/>
              </a:rPr>
              <a:t>Watch the Session 12 Narrated </a:t>
            </a:r>
            <a:r>
              <a:rPr lang="en-US" sz="2000" b="0" dirty="0" err="1">
                <a:latin typeface="+mn-lt"/>
              </a:rPr>
              <a:t>Powerpoint</a:t>
            </a:r>
            <a:endParaRPr lang="en-US" sz="2000" b="0" dirty="0">
              <a:latin typeface="+mn-lt"/>
            </a:endParaRPr>
          </a:p>
          <a:p>
            <a:pPr algn="l"/>
            <a:endParaRPr lang="en-US" sz="2000" dirty="0">
              <a:latin typeface="+mn-lt"/>
            </a:endParaRPr>
          </a:p>
          <a:p>
            <a:pPr algn="l"/>
            <a:r>
              <a:rPr lang="en-US" sz="2000" dirty="0">
                <a:latin typeface="+mn-lt"/>
              </a:rPr>
              <a:t>By Sunday evening</a:t>
            </a:r>
          </a:p>
          <a:p>
            <a:pPr marL="800100" lvl="1" indent="-342900" algn="l">
              <a:buFont typeface="Arial" panose="020B0604020202020204" pitchFamily="34" charset="0"/>
              <a:buChar char="•"/>
            </a:pPr>
            <a:r>
              <a:rPr lang="en-US" sz="2000" b="0" dirty="0">
                <a:latin typeface="+mn-lt"/>
              </a:rPr>
              <a:t>Complete the Week 12 Quiz</a:t>
            </a:r>
          </a:p>
        </p:txBody>
      </p:sp>
      <p:sp>
        <p:nvSpPr>
          <p:cNvPr id="9" name="Title 1">
            <a:extLst>
              <a:ext uri="{FF2B5EF4-FFF2-40B4-BE49-F238E27FC236}">
                <a16:creationId xmlns:a16="http://schemas.microsoft.com/office/drawing/2014/main" id="{4FF4ED99-0FD8-6741-9E64-1293DC3A63DB}"/>
              </a:ext>
            </a:extLst>
          </p:cNvPr>
          <p:cNvSpPr>
            <a:spLocks noGrp="1"/>
          </p:cNvSpPr>
          <p:nvPr>
            <p:ph type="title"/>
          </p:nvPr>
        </p:nvSpPr>
        <p:spPr>
          <a:xfrm>
            <a:off x="457201" y="381000"/>
            <a:ext cx="8305799" cy="762000"/>
          </a:xfrm>
        </p:spPr>
        <p:txBody>
          <a:bodyPr>
            <a:normAutofit/>
          </a:bodyPr>
          <a:lstStyle/>
          <a:p>
            <a:r>
              <a:rPr lang="en-US" dirty="0"/>
              <a:t>SOW for the Week: complete the followings</a:t>
            </a:r>
          </a:p>
        </p:txBody>
      </p:sp>
    </p:spTree>
    <p:extLst>
      <p:ext uri="{BB962C8B-B14F-4D97-AF65-F5344CB8AC3E}">
        <p14:creationId xmlns:p14="http://schemas.microsoft.com/office/powerpoint/2010/main" val="421328445"/>
      </p:ext>
    </p:extLst>
  </p:cSld>
  <p:clrMapOvr>
    <a:masterClrMapping/>
  </p:clrMapOvr>
  <mc:AlternateContent xmlns:mc="http://schemas.openxmlformats.org/markup-compatibility/2006" xmlns:p14="http://schemas.microsoft.com/office/powerpoint/2010/main">
    <mc:Choice Requires="p14">
      <p:transition spd="slow" p14:dur="2000" advTm="56364">
        <p14:prism isContent="1"/>
      </p:transition>
    </mc:Choice>
    <mc:Fallback xmlns="">
      <p:transition spd="slow" advTm="56364">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8EA82-3E65-4125-904C-ECD773C723D6}"/>
              </a:ext>
            </a:extLst>
          </p:cNvPr>
          <p:cNvSpPr>
            <a:spLocks noGrp="1"/>
          </p:cNvSpPr>
          <p:nvPr>
            <p:ph type="title"/>
          </p:nvPr>
        </p:nvSpPr>
        <p:spPr/>
        <p:txBody>
          <a:bodyPr/>
          <a:lstStyle/>
          <a:p>
            <a:r>
              <a:rPr lang="en-US" dirty="0"/>
              <a:t>Overview of Weekly  Learning Effort</a:t>
            </a:r>
          </a:p>
        </p:txBody>
      </p:sp>
      <p:sp>
        <p:nvSpPr>
          <p:cNvPr id="4" name="Slide Number Placeholder 3">
            <a:extLst>
              <a:ext uri="{FF2B5EF4-FFF2-40B4-BE49-F238E27FC236}">
                <a16:creationId xmlns:a16="http://schemas.microsoft.com/office/drawing/2014/main" id="{40956BCD-A6AE-4415-B13F-F92E64E4C4D1}"/>
              </a:ext>
            </a:extLst>
          </p:cNvPr>
          <p:cNvSpPr>
            <a:spLocks noGrp="1"/>
          </p:cNvSpPr>
          <p:nvPr>
            <p:ph type="sldNum" sz="quarter" idx="10"/>
          </p:nvPr>
        </p:nvSpPr>
        <p:spPr>
          <a:xfrm>
            <a:off x="8352346" y="6585814"/>
            <a:ext cx="147472" cy="222173"/>
          </a:xfrm>
        </p:spPr>
        <p:txBody>
          <a:bodyPr/>
          <a:lstStyle/>
          <a:p>
            <a:fld id="{3A4F6043-7A67-491B-98BC-F933DED7226D}" type="slidenum">
              <a:rPr lang="en-US" smtClean="0"/>
              <a:pPr/>
              <a:t>4</a:t>
            </a:fld>
            <a:endParaRPr lang="en-US" dirty="0"/>
          </a:p>
        </p:txBody>
      </p:sp>
      <p:sp>
        <p:nvSpPr>
          <p:cNvPr id="9" name="Content Placeholder 2">
            <a:extLst>
              <a:ext uri="{FF2B5EF4-FFF2-40B4-BE49-F238E27FC236}">
                <a16:creationId xmlns:a16="http://schemas.microsoft.com/office/drawing/2014/main" id="{1B5B279E-6E4F-4149-84C9-9BA6E1AEF91D}"/>
              </a:ext>
            </a:extLst>
          </p:cNvPr>
          <p:cNvSpPr>
            <a:spLocks noGrp="1"/>
          </p:cNvSpPr>
          <p:nvPr>
            <p:ph idx="1"/>
          </p:nvPr>
        </p:nvSpPr>
        <p:spPr>
          <a:xfrm>
            <a:off x="1017996" y="2070352"/>
            <a:ext cx="7186878" cy="3154787"/>
          </a:xfrm>
        </p:spPr>
        <p:txBody>
          <a:bodyPr>
            <a:normAutofit fontScale="77500" lnSpcReduction="20000"/>
          </a:bodyPr>
          <a:lstStyle/>
          <a:p>
            <a:pPr marL="557213" indent="-557213">
              <a:buFont typeface="+mj-lt"/>
              <a:buAutoNum type="arabicPeriod"/>
            </a:pPr>
            <a:r>
              <a:rPr lang="en-US" sz="2400" dirty="0"/>
              <a:t>Statement of Work (SOW)  – Readings and Posed Questions</a:t>
            </a:r>
          </a:p>
          <a:p>
            <a:pPr marL="557213" indent="-557213">
              <a:buFont typeface="+mj-lt"/>
              <a:buAutoNum type="arabicPeriod"/>
            </a:pPr>
            <a:r>
              <a:rPr lang="en-US" sz="2400" dirty="0"/>
              <a:t>5 +/-2  major concepts or models</a:t>
            </a:r>
          </a:p>
          <a:p>
            <a:pPr marL="557213" indent="-557213">
              <a:buFont typeface="+mj-lt"/>
              <a:buAutoNum type="arabicPeriod"/>
            </a:pPr>
            <a:r>
              <a:rPr lang="en-US" sz="2400" dirty="0"/>
              <a:t>Review</a:t>
            </a:r>
          </a:p>
          <a:p>
            <a:pPr marL="557213" indent="-557213">
              <a:buFont typeface="+mj-lt"/>
              <a:buAutoNum type="arabicPeriod"/>
            </a:pPr>
            <a:r>
              <a:rPr lang="en-US" sz="2400" dirty="0"/>
              <a:t>Reminder for weekly quiz</a:t>
            </a:r>
          </a:p>
          <a:p>
            <a:pPr lvl="1"/>
            <a:r>
              <a:rPr lang="en-US" sz="2400" dirty="0"/>
              <a:t>Note for essay questions,  You should have an introductory thesis statement 3 to 7 supporting evidentiary sentences and a conclusion sentence. </a:t>
            </a:r>
            <a:r>
              <a:rPr lang="en-US" sz="2400" u="sng" dirty="0"/>
              <a:t>– Show your critical thinking</a:t>
            </a:r>
            <a:endParaRPr lang="en-US" sz="2400" dirty="0"/>
          </a:p>
        </p:txBody>
      </p:sp>
    </p:spTree>
    <p:extLst>
      <p:ext uri="{BB962C8B-B14F-4D97-AF65-F5344CB8AC3E}">
        <p14:creationId xmlns:p14="http://schemas.microsoft.com/office/powerpoint/2010/main" val="2002617011"/>
      </p:ext>
    </p:extLst>
  </p:cSld>
  <p:clrMapOvr>
    <a:masterClrMapping/>
  </p:clrMapOvr>
  <mc:AlternateContent xmlns:mc="http://schemas.openxmlformats.org/markup-compatibility/2006" xmlns:p14="http://schemas.microsoft.com/office/powerpoint/2010/main">
    <mc:Choice Requires="p14">
      <p:transition spd="slow" p14:dur="2000" advTm="22068"/>
    </mc:Choice>
    <mc:Fallback xmlns="">
      <p:transition spd="slow" advTm="2206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8ABB8-6FF5-4AFB-8C81-3C7F37FA2CD2}"/>
              </a:ext>
            </a:extLst>
          </p:cNvPr>
          <p:cNvSpPr>
            <a:spLocks noGrp="1"/>
          </p:cNvSpPr>
          <p:nvPr>
            <p:ph type="title"/>
          </p:nvPr>
        </p:nvSpPr>
        <p:spPr/>
        <p:txBody>
          <a:bodyPr>
            <a:normAutofit fontScale="90000"/>
          </a:bodyPr>
          <a:lstStyle/>
          <a:p>
            <a:r>
              <a:rPr lang="en-US" dirty="0"/>
              <a:t>Concept 1- Section 4.3-4 Execution &amp; Evaluation </a:t>
            </a:r>
          </a:p>
        </p:txBody>
      </p:sp>
      <p:sp>
        <p:nvSpPr>
          <p:cNvPr id="3" name="Content Placeholder 2">
            <a:extLst>
              <a:ext uri="{FF2B5EF4-FFF2-40B4-BE49-F238E27FC236}">
                <a16:creationId xmlns:a16="http://schemas.microsoft.com/office/drawing/2014/main" id="{47F17859-1855-4603-8202-688900FBBC18}"/>
              </a:ext>
            </a:extLst>
          </p:cNvPr>
          <p:cNvSpPr>
            <a:spLocks noGrp="1"/>
          </p:cNvSpPr>
          <p:nvPr>
            <p:ph idx="1"/>
          </p:nvPr>
        </p:nvSpPr>
        <p:spPr>
          <a:xfrm>
            <a:off x="315469" y="1997917"/>
            <a:ext cx="8599931" cy="3383339"/>
          </a:xfrm>
        </p:spPr>
        <p:txBody>
          <a:bodyPr>
            <a:normAutofit fontScale="62500" lnSpcReduction="20000"/>
          </a:bodyPr>
          <a:lstStyle/>
          <a:p>
            <a:pPr marL="900113" lvl="1" indent="-557213">
              <a:spcAft>
                <a:spcPts val="450"/>
              </a:spcAft>
              <a:buFont typeface="+mj-lt"/>
              <a:buAutoNum type="arabicPeriod"/>
            </a:pPr>
            <a:r>
              <a:rPr lang="en-US" sz="3150" dirty="0"/>
              <a:t>Execute Phase  — page 215</a:t>
            </a:r>
          </a:p>
          <a:p>
            <a:pPr marL="900113" lvl="1" indent="-557213">
              <a:spcAft>
                <a:spcPts val="450"/>
              </a:spcAft>
              <a:buFont typeface="+mj-lt"/>
              <a:buAutoNum type="arabicPeriod"/>
            </a:pPr>
            <a:r>
              <a:rPr lang="en-US" sz="3150" dirty="0"/>
              <a:t>Continuous</a:t>
            </a:r>
            <a:r>
              <a:rPr lang="en-US" sz="3150" i="1" dirty="0"/>
              <a:t>— </a:t>
            </a:r>
            <a:r>
              <a:rPr lang="en-US" sz="3150" dirty="0"/>
              <a:t>page 215</a:t>
            </a:r>
          </a:p>
          <a:p>
            <a:pPr marL="900113" lvl="1" indent="-557213">
              <a:spcAft>
                <a:spcPts val="450"/>
              </a:spcAft>
              <a:buFont typeface="+mj-lt"/>
              <a:buAutoNum type="arabicPeriod"/>
            </a:pPr>
            <a:r>
              <a:rPr lang="en-US" sz="3150" dirty="0"/>
              <a:t>3 subtasks— page 215</a:t>
            </a:r>
          </a:p>
          <a:p>
            <a:pPr marL="900113" lvl="1" indent="-557213">
              <a:spcAft>
                <a:spcPts val="450"/>
              </a:spcAft>
              <a:buFont typeface="+mj-lt"/>
              <a:buAutoNum type="arabicPeriod"/>
            </a:pPr>
            <a:r>
              <a:rPr lang="en-US" sz="3150" dirty="0"/>
              <a:t>The execution phase encompasses all actions…. page 216</a:t>
            </a:r>
          </a:p>
          <a:p>
            <a:pPr marL="900113" lvl="1" indent="-557213">
              <a:spcAft>
                <a:spcPts val="450"/>
              </a:spcAft>
              <a:buFont typeface="+mj-lt"/>
              <a:buAutoNum type="arabicPeriod"/>
            </a:pPr>
            <a:r>
              <a:rPr lang="en-US" sz="3150" dirty="0"/>
              <a:t>All Source Analysis page 224</a:t>
            </a:r>
          </a:p>
          <a:p>
            <a:pPr marL="900113" lvl="1" indent="-557213">
              <a:spcAft>
                <a:spcPts val="450"/>
              </a:spcAft>
              <a:buFont typeface="+mj-lt"/>
              <a:buAutoNum type="arabicPeriod"/>
            </a:pPr>
            <a:r>
              <a:rPr lang="en-US" sz="3150" dirty="0"/>
              <a:t>Evaluation Phase</a:t>
            </a:r>
          </a:p>
          <a:p>
            <a:pPr marL="342900" lvl="1" indent="0">
              <a:buNone/>
            </a:pPr>
            <a:endParaRPr lang="en-US" sz="3150" dirty="0"/>
          </a:p>
        </p:txBody>
      </p:sp>
      <p:sp>
        <p:nvSpPr>
          <p:cNvPr id="4" name="Slide Number Placeholder 3">
            <a:extLst>
              <a:ext uri="{FF2B5EF4-FFF2-40B4-BE49-F238E27FC236}">
                <a16:creationId xmlns:a16="http://schemas.microsoft.com/office/drawing/2014/main" id="{549B9071-78D3-4EA4-B340-74ED95494A5E}"/>
              </a:ext>
            </a:extLst>
          </p:cNvPr>
          <p:cNvSpPr>
            <a:spLocks noGrp="1"/>
          </p:cNvSpPr>
          <p:nvPr>
            <p:ph type="sldNum" sz="quarter" idx="10"/>
          </p:nvPr>
        </p:nvSpPr>
        <p:spPr>
          <a:xfrm>
            <a:off x="8402872" y="6585814"/>
            <a:ext cx="147472" cy="222173"/>
          </a:xfrm>
        </p:spPr>
        <p:txBody>
          <a:bodyPr/>
          <a:lstStyle/>
          <a:p>
            <a:fld id="{3A4F6043-7A67-491B-98BC-F933DED7226D}" type="slidenum">
              <a:rPr lang="en-US" smtClean="0"/>
              <a:pPr/>
              <a:t>5</a:t>
            </a:fld>
            <a:endParaRPr lang="en-US" dirty="0"/>
          </a:p>
        </p:txBody>
      </p:sp>
      <p:sp>
        <p:nvSpPr>
          <p:cNvPr id="5" name="Content Placeholder 2">
            <a:extLst>
              <a:ext uri="{FF2B5EF4-FFF2-40B4-BE49-F238E27FC236}">
                <a16:creationId xmlns:a16="http://schemas.microsoft.com/office/drawing/2014/main" id="{042489F8-E356-44CF-AE24-A0BDC47C98FA}"/>
              </a:ext>
            </a:extLst>
          </p:cNvPr>
          <p:cNvSpPr txBox="1">
            <a:spLocks/>
          </p:cNvSpPr>
          <p:nvPr/>
        </p:nvSpPr>
        <p:spPr>
          <a:xfrm>
            <a:off x="315469" y="1941772"/>
            <a:ext cx="6940739" cy="3944679"/>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endParaRPr lang="en-US" sz="1800" i="1" dirty="0"/>
          </a:p>
          <a:p>
            <a:pPr marL="342900" indent="-342900">
              <a:buFont typeface="+mj-lt"/>
              <a:buAutoNum type="arabicPeriod"/>
            </a:pPr>
            <a:endParaRPr lang="en-US" sz="1800" dirty="0"/>
          </a:p>
          <a:p>
            <a:pPr marL="342900" indent="-342900">
              <a:buFont typeface="+mj-lt"/>
              <a:buAutoNum type="arabicPeriod"/>
            </a:pPr>
            <a:endParaRPr lang="en-US" sz="1800" dirty="0"/>
          </a:p>
          <a:p>
            <a:endParaRPr lang="en-US" sz="1800" dirty="0"/>
          </a:p>
        </p:txBody>
      </p:sp>
    </p:spTree>
    <p:extLst>
      <p:ext uri="{BB962C8B-B14F-4D97-AF65-F5344CB8AC3E}">
        <p14:creationId xmlns:p14="http://schemas.microsoft.com/office/powerpoint/2010/main" val="1207984649"/>
      </p:ext>
    </p:extLst>
  </p:cSld>
  <p:clrMapOvr>
    <a:masterClrMapping/>
  </p:clrMapOvr>
  <mc:AlternateContent xmlns:mc="http://schemas.openxmlformats.org/markup-compatibility/2006" xmlns:p14="http://schemas.microsoft.com/office/powerpoint/2010/main">
    <mc:Choice Requires="p14">
      <p:transition spd="slow" p14:dur="2000" advTm="37440">
        <p14:prism isContent="1"/>
      </p:transition>
    </mc:Choice>
    <mc:Fallback xmlns="">
      <p:transition spd="slow" advTm="3744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28364-3C97-48A7-A33C-DE2524EE0A94}"/>
              </a:ext>
            </a:extLst>
          </p:cNvPr>
          <p:cNvSpPr>
            <a:spLocks noGrp="1"/>
          </p:cNvSpPr>
          <p:nvPr>
            <p:ph type="title"/>
          </p:nvPr>
        </p:nvSpPr>
        <p:spPr/>
        <p:txBody>
          <a:bodyPr>
            <a:normAutofit/>
          </a:bodyPr>
          <a:lstStyle/>
          <a:p>
            <a:r>
              <a:rPr lang="en-US" sz="4050" dirty="0"/>
              <a:t>OODA Loop - </a:t>
            </a:r>
            <a:r>
              <a:rPr lang="en-US" sz="3200" dirty="0"/>
              <a:t>A useful tool</a:t>
            </a:r>
            <a:endParaRPr lang="en-US" dirty="0"/>
          </a:p>
        </p:txBody>
      </p:sp>
      <p:sp>
        <p:nvSpPr>
          <p:cNvPr id="4" name="Slide Number Placeholder 3">
            <a:extLst>
              <a:ext uri="{FF2B5EF4-FFF2-40B4-BE49-F238E27FC236}">
                <a16:creationId xmlns:a16="http://schemas.microsoft.com/office/drawing/2014/main" id="{0C8C3CA1-CCAA-4678-84BA-CB9D99C1AD3B}"/>
              </a:ext>
            </a:extLst>
          </p:cNvPr>
          <p:cNvSpPr>
            <a:spLocks noGrp="1"/>
          </p:cNvSpPr>
          <p:nvPr>
            <p:ph type="sldNum" sz="quarter" idx="10"/>
          </p:nvPr>
        </p:nvSpPr>
        <p:spPr>
          <a:xfrm>
            <a:off x="8402872" y="6585814"/>
            <a:ext cx="147472" cy="222173"/>
          </a:xfrm>
        </p:spPr>
        <p:txBody>
          <a:bodyPr/>
          <a:lstStyle/>
          <a:p>
            <a:fld id="{3A4F6043-7A67-491B-98BC-F933DED7226D}" type="slidenum">
              <a:rPr lang="en-US" smtClean="0"/>
              <a:pPr/>
              <a:t>6</a:t>
            </a:fld>
            <a:endParaRPr lang="en-US" dirty="0"/>
          </a:p>
        </p:txBody>
      </p:sp>
      <p:sp>
        <p:nvSpPr>
          <p:cNvPr id="7" name="Content Placeholder 5">
            <a:extLst>
              <a:ext uri="{FF2B5EF4-FFF2-40B4-BE49-F238E27FC236}">
                <a16:creationId xmlns:a16="http://schemas.microsoft.com/office/drawing/2014/main" id="{855732F5-0EB3-4611-AC37-4834B4E848D8}"/>
              </a:ext>
            </a:extLst>
          </p:cNvPr>
          <p:cNvSpPr txBox="1">
            <a:spLocks/>
          </p:cNvSpPr>
          <p:nvPr/>
        </p:nvSpPr>
        <p:spPr>
          <a:xfrm>
            <a:off x="4572000" y="1843088"/>
            <a:ext cx="3527869"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9" name="Content Placeholder 5">
            <a:extLst>
              <a:ext uri="{FF2B5EF4-FFF2-40B4-BE49-F238E27FC236}">
                <a16:creationId xmlns:a16="http://schemas.microsoft.com/office/drawing/2014/main" id="{AC7F1095-2AE7-47DB-A502-B63A8ABC5290}"/>
              </a:ext>
            </a:extLst>
          </p:cNvPr>
          <p:cNvSpPr txBox="1">
            <a:spLocks/>
          </p:cNvSpPr>
          <p:nvPr/>
        </p:nvSpPr>
        <p:spPr>
          <a:xfrm>
            <a:off x="429769" y="2050257"/>
            <a:ext cx="8197595"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20" name="AutoShape 12">
            <a:hlinkClick r:id="rId2"/>
            <a:extLst>
              <a:ext uri="{FF2B5EF4-FFF2-40B4-BE49-F238E27FC236}">
                <a16:creationId xmlns:a16="http://schemas.microsoft.com/office/drawing/2014/main" id="{9A0CE323-4A05-4473-8385-856D0A91D26E}"/>
              </a:ext>
            </a:extLst>
          </p:cNvPr>
          <p:cNvSpPr>
            <a:spLocks noChangeAspect="1" noChangeArrowheads="1"/>
          </p:cNvSpPr>
          <p:nvPr/>
        </p:nvSpPr>
        <p:spPr bwMode="auto">
          <a:xfrm>
            <a:off x="154781" y="-13716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1" name="AutoShape 13" descr="Students can manually mark this item complete: The KGB, The Computer, and Me (Clifford Stoll: The Cuckoo's Egg)">
            <a:extLst>
              <a:ext uri="{FF2B5EF4-FFF2-40B4-BE49-F238E27FC236}">
                <a16:creationId xmlns:a16="http://schemas.microsoft.com/office/drawing/2014/main" id="{CF8DE55A-F65C-450D-8E1B-D1AB35D716B6}"/>
              </a:ext>
            </a:extLst>
          </p:cNvPr>
          <p:cNvSpPr>
            <a:spLocks noChangeAspect="1" noChangeArrowheads="1"/>
          </p:cNvSpPr>
          <p:nvPr/>
        </p:nvSpPr>
        <p:spPr bwMode="auto">
          <a:xfrm>
            <a:off x="95250" y="-74295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2" name="AutoShape 14">
            <a:hlinkClick r:id="rId3"/>
            <a:extLst>
              <a:ext uri="{FF2B5EF4-FFF2-40B4-BE49-F238E27FC236}">
                <a16:creationId xmlns:a16="http://schemas.microsoft.com/office/drawing/2014/main" id="{A8707208-4119-4B70-9512-42CAF78AE280}"/>
              </a:ext>
            </a:extLst>
          </p:cNvPr>
          <p:cNvSpPr>
            <a:spLocks noChangeAspect="1" noChangeArrowheads="1"/>
          </p:cNvSpPr>
          <p:nvPr/>
        </p:nvSpPr>
        <p:spPr bwMode="auto">
          <a:xfrm>
            <a:off x="154781" y="-5262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3" name="AutoShape 15" descr="Students can manually mark this item complete: Chaos Computer Club - Web Site">
            <a:extLst>
              <a:ext uri="{FF2B5EF4-FFF2-40B4-BE49-F238E27FC236}">
                <a16:creationId xmlns:a16="http://schemas.microsoft.com/office/drawing/2014/main" id="{9AA5BB89-1B5C-4923-A24C-09A239E3DC8C}"/>
              </a:ext>
            </a:extLst>
          </p:cNvPr>
          <p:cNvSpPr>
            <a:spLocks noChangeAspect="1" noChangeArrowheads="1"/>
          </p:cNvSpPr>
          <p:nvPr/>
        </p:nvSpPr>
        <p:spPr bwMode="auto">
          <a:xfrm>
            <a:off x="95250" y="959644"/>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4" name="AutoShape 17" descr="Students can manually mark this item complete: Mandiant APT 1 China Report (UNCLASSIFIED)">
            <a:extLst>
              <a:ext uri="{FF2B5EF4-FFF2-40B4-BE49-F238E27FC236}">
                <a16:creationId xmlns:a16="http://schemas.microsoft.com/office/drawing/2014/main" id="{56632639-B8EE-4E9C-8E66-97862C82F490}"/>
              </a:ext>
            </a:extLst>
          </p:cNvPr>
          <p:cNvSpPr>
            <a:spLocks noChangeAspect="1" noChangeArrowheads="1"/>
          </p:cNvSpPr>
          <p:nvPr/>
        </p:nvSpPr>
        <p:spPr bwMode="auto">
          <a:xfrm>
            <a:off x="95250" y="1794272"/>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5" name="AutoShape 18">
            <a:hlinkClick r:id="rId4"/>
            <a:extLst>
              <a:ext uri="{FF2B5EF4-FFF2-40B4-BE49-F238E27FC236}">
                <a16:creationId xmlns:a16="http://schemas.microsoft.com/office/drawing/2014/main" id="{65534258-7773-46D0-B9A2-A4A3F83A7867}"/>
              </a:ext>
            </a:extLst>
          </p:cNvPr>
          <p:cNvSpPr>
            <a:spLocks noChangeAspect="1" noChangeArrowheads="1"/>
          </p:cNvSpPr>
          <p:nvPr/>
        </p:nvSpPr>
        <p:spPr bwMode="auto">
          <a:xfrm>
            <a:off x="154781" y="20121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pic>
        <p:nvPicPr>
          <p:cNvPr id="5" name="Picture 4">
            <a:extLst>
              <a:ext uri="{FF2B5EF4-FFF2-40B4-BE49-F238E27FC236}">
                <a16:creationId xmlns:a16="http://schemas.microsoft.com/office/drawing/2014/main" id="{AE95C20B-588C-457E-B24B-568FE390BE07}"/>
              </a:ext>
            </a:extLst>
          </p:cNvPr>
          <p:cNvPicPr>
            <a:picLocks noChangeAspect="1"/>
          </p:cNvPicPr>
          <p:nvPr/>
        </p:nvPicPr>
        <p:blipFill>
          <a:blip r:embed="rId5"/>
          <a:stretch>
            <a:fillRect/>
          </a:stretch>
        </p:blipFill>
        <p:spPr>
          <a:xfrm>
            <a:off x="0" y="1176338"/>
            <a:ext cx="9144000" cy="5142596"/>
          </a:xfrm>
          <a:prstGeom prst="rect">
            <a:avLst/>
          </a:prstGeom>
        </p:spPr>
      </p:pic>
    </p:spTree>
    <p:extLst>
      <p:ext uri="{BB962C8B-B14F-4D97-AF65-F5344CB8AC3E}">
        <p14:creationId xmlns:p14="http://schemas.microsoft.com/office/powerpoint/2010/main" val="4031930093"/>
      </p:ext>
    </p:extLst>
  </p:cSld>
  <p:clrMapOvr>
    <a:masterClrMapping/>
  </p:clrMapOvr>
  <mc:AlternateContent xmlns:mc="http://schemas.openxmlformats.org/markup-compatibility/2006" xmlns:p14="http://schemas.microsoft.com/office/powerpoint/2010/main">
    <mc:Choice Requires="p14">
      <p:transition spd="slow" p14:dur="2000" advTm="51279">
        <p14:prism isContent="1"/>
      </p:transition>
    </mc:Choice>
    <mc:Fallback xmlns="">
      <p:transition spd="slow" advTm="51279">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28364-3C97-48A7-A33C-DE2524EE0A94}"/>
              </a:ext>
            </a:extLst>
          </p:cNvPr>
          <p:cNvSpPr>
            <a:spLocks noGrp="1"/>
          </p:cNvSpPr>
          <p:nvPr>
            <p:ph type="title"/>
          </p:nvPr>
        </p:nvSpPr>
        <p:spPr>
          <a:xfrm>
            <a:off x="323850" y="489347"/>
            <a:ext cx="8303514" cy="735806"/>
          </a:xfrm>
        </p:spPr>
        <p:txBody>
          <a:bodyPr>
            <a:normAutofit fontScale="90000"/>
          </a:bodyPr>
          <a:lstStyle/>
          <a:p>
            <a:r>
              <a:rPr lang="en-US" sz="4050" dirty="0"/>
              <a:t>The OODA Loop </a:t>
            </a:r>
            <a:br>
              <a:rPr lang="en-US" sz="4050" dirty="0"/>
            </a:br>
            <a:r>
              <a:rPr lang="en-US" sz="4050" dirty="0"/>
              <a:t>(Observe, Orient, Decide, Act)</a:t>
            </a:r>
            <a:endParaRPr lang="en-US" dirty="0"/>
          </a:p>
        </p:txBody>
      </p:sp>
      <p:sp>
        <p:nvSpPr>
          <p:cNvPr id="4" name="Slide Number Placeholder 3">
            <a:extLst>
              <a:ext uri="{FF2B5EF4-FFF2-40B4-BE49-F238E27FC236}">
                <a16:creationId xmlns:a16="http://schemas.microsoft.com/office/drawing/2014/main" id="{0C8C3CA1-CCAA-4678-84BA-CB9D99C1AD3B}"/>
              </a:ext>
            </a:extLst>
          </p:cNvPr>
          <p:cNvSpPr>
            <a:spLocks noGrp="1"/>
          </p:cNvSpPr>
          <p:nvPr>
            <p:ph type="sldNum" sz="quarter" idx="10"/>
          </p:nvPr>
        </p:nvSpPr>
        <p:spPr>
          <a:xfrm>
            <a:off x="8402872" y="6585814"/>
            <a:ext cx="147472" cy="222173"/>
          </a:xfrm>
        </p:spPr>
        <p:txBody>
          <a:bodyPr/>
          <a:lstStyle/>
          <a:p>
            <a:fld id="{3A4F6043-7A67-491B-98BC-F933DED7226D}" type="slidenum">
              <a:rPr lang="en-US" smtClean="0"/>
              <a:pPr/>
              <a:t>7</a:t>
            </a:fld>
            <a:endParaRPr lang="en-US" dirty="0"/>
          </a:p>
        </p:txBody>
      </p:sp>
      <p:sp>
        <p:nvSpPr>
          <p:cNvPr id="7" name="Content Placeholder 5">
            <a:extLst>
              <a:ext uri="{FF2B5EF4-FFF2-40B4-BE49-F238E27FC236}">
                <a16:creationId xmlns:a16="http://schemas.microsoft.com/office/drawing/2014/main" id="{855732F5-0EB3-4611-AC37-4834B4E848D8}"/>
              </a:ext>
            </a:extLst>
          </p:cNvPr>
          <p:cNvSpPr txBox="1">
            <a:spLocks/>
          </p:cNvSpPr>
          <p:nvPr/>
        </p:nvSpPr>
        <p:spPr>
          <a:xfrm>
            <a:off x="4572000" y="1843088"/>
            <a:ext cx="3527869"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9" name="Content Placeholder 5">
            <a:extLst>
              <a:ext uri="{FF2B5EF4-FFF2-40B4-BE49-F238E27FC236}">
                <a16:creationId xmlns:a16="http://schemas.microsoft.com/office/drawing/2014/main" id="{AC7F1095-2AE7-47DB-A502-B63A8ABC5290}"/>
              </a:ext>
            </a:extLst>
          </p:cNvPr>
          <p:cNvSpPr txBox="1">
            <a:spLocks/>
          </p:cNvSpPr>
          <p:nvPr/>
        </p:nvSpPr>
        <p:spPr>
          <a:xfrm>
            <a:off x="429769" y="2050257"/>
            <a:ext cx="8197595"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20" name="AutoShape 12">
            <a:hlinkClick r:id="rId2"/>
            <a:extLst>
              <a:ext uri="{FF2B5EF4-FFF2-40B4-BE49-F238E27FC236}">
                <a16:creationId xmlns:a16="http://schemas.microsoft.com/office/drawing/2014/main" id="{9A0CE323-4A05-4473-8385-856D0A91D26E}"/>
              </a:ext>
            </a:extLst>
          </p:cNvPr>
          <p:cNvSpPr>
            <a:spLocks noChangeAspect="1" noChangeArrowheads="1"/>
          </p:cNvSpPr>
          <p:nvPr/>
        </p:nvSpPr>
        <p:spPr bwMode="auto">
          <a:xfrm>
            <a:off x="154781" y="-13716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1" name="AutoShape 13" descr="Students can manually mark this item complete: The KGB, The Computer, and Me (Clifford Stoll: The Cuckoo's Egg)">
            <a:extLst>
              <a:ext uri="{FF2B5EF4-FFF2-40B4-BE49-F238E27FC236}">
                <a16:creationId xmlns:a16="http://schemas.microsoft.com/office/drawing/2014/main" id="{CF8DE55A-F65C-450D-8E1B-D1AB35D716B6}"/>
              </a:ext>
            </a:extLst>
          </p:cNvPr>
          <p:cNvSpPr>
            <a:spLocks noChangeAspect="1" noChangeArrowheads="1"/>
          </p:cNvSpPr>
          <p:nvPr/>
        </p:nvSpPr>
        <p:spPr bwMode="auto">
          <a:xfrm>
            <a:off x="95250" y="-74295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2" name="AutoShape 14">
            <a:hlinkClick r:id="rId3"/>
            <a:extLst>
              <a:ext uri="{FF2B5EF4-FFF2-40B4-BE49-F238E27FC236}">
                <a16:creationId xmlns:a16="http://schemas.microsoft.com/office/drawing/2014/main" id="{A8707208-4119-4B70-9512-42CAF78AE280}"/>
              </a:ext>
            </a:extLst>
          </p:cNvPr>
          <p:cNvSpPr>
            <a:spLocks noChangeAspect="1" noChangeArrowheads="1"/>
          </p:cNvSpPr>
          <p:nvPr/>
        </p:nvSpPr>
        <p:spPr bwMode="auto">
          <a:xfrm>
            <a:off x="154781" y="-5262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3" name="AutoShape 15" descr="Students can manually mark this item complete: Chaos Computer Club - Web Site">
            <a:extLst>
              <a:ext uri="{FF2B5EF4-FFF2-40B4-BE49-F238E27FC236}">
                <a16:creationId xmlns:a16="http://schemas.microsoft.com/office/drawing/2014/main" id="{9AA5BB89-1B5C-4923-A24C-09A239E3DC8C}"/>
              </a:ext>
            </a:extLst>
          </p:cNvPr>
          <p:cNvSpPr>
            <a:spLocks noChangeAspect="1" noChangeArrowheads="1"/>
          </p:cNvSpPr>
          <p:nvPr/>
        </p:nvSpPr>
        <p:spPr bwMode="auto">
          <a:xfrm>
            <a:off x="95250" y="959644"/>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4" name="AutoShape 17" descr="Students can manually mark this item complete: Mandiant APT 1 China Report (UNCLASSIFIED)">
            <a:extLst>
              <a:ext uri="{FF2B5EF4-FFF2-40B4-BE49-F238E27FC236}">
                <a16:creationId xmlns:a16="http://schemas.microsoft.com/office/drawing/2014/main" id="{56632639-B8EE-4E9C-8E66-97862C82F490}"/>
              </a:ext>
            </a:extLst>
          </p:cNvPr>
          <p:cNvSpPr>
            <a:spLocks noChangeAspect="1" noChangeArrowheads="1"/>
          </p:cNvSpPr>
          <p:nvPr/>
        </p:nvSpPr>
        <p:spPr bwMode="auto">
          <a:xfrm>
            <a:off x="95250" y="1794272"/>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5" name="AutoShape 18">
            <a:hlinkClick r:id="rId4"/>
            <a:extLst>
              <a:ext uri="{FF2B5EF4-FFF2-40B4-BE49-F238E27FC236}">
                <a16:creationId xmlns:a16="http://schemas.microsoft.com/office/drawing/2014/main" id="{65534258-7773-46D0-B9A2-A4A3F83A7867}"/>
              </a:ext>
            </a:extLst>
          </p:cNvPr>
          <p:cNvSpPr>
            <a:spLocks noChangeAspect="1" noChangeArrowheads="1"/>
          </p:cNvSpPr>
          <p:nvPr/>
        </p:nvSpPr>
        <p:spPr bwMode="auto">
          <a:xfrm>
            <a:off x="154781" y="20121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14" name="TextBox 13">
            <a:extLst>
              <a:ext uri="{FF2B5EF4-FFF2-40B4-BE49-F238E27FC236}">
                <a16:creationId xmlns:a16="http://schemas.microsoft.com/office/drawing/2014/main" id="{06C1871B-CB47-479A-ABB8-4C90F9B43FDA}"/>
              </a:ext>
            </a:extLst>
          </p:cNvPr>
          <p:cNvSpPr txBox="1"/>
          <p:nvPr/>
        </p:nvSpPr>
        <p:spPr>
          <a:xfrm>
            <a:off x="442912" y="1569612"/>
            <a:ext cx="8230839" cy="4524315"/>
          </a:xfrm>
          <a:prstGeom prst="rect">
            <a:avLst/>
          </a:prstGeom>
          <a:noFill/>
        </p:spPr>
        <p:txBody>
          <a:bodyPr wrap="square">
            <a:spAutoFit/>
          </a:bodyPr>
          <a:lstStyle/>
          <a:p>
            <a:pPr marL="342900" indent="-342900" algn="l">
              <a:buFont typeface="Wingdings" panose="05000000000000000000" pitchFamily="2" charset="2"/>
              <a:buChar char="ü"/>
            </a:pPr>
            <a:r>
              <a:rPr lang="en-US" b="0" dirty="0">
                <a:latin typeface="+mn-lt"/>
              </a:rPr>
              <a:t>A four-step approach for both analysis and  </a:t>
            </a:r>
            <a:r>
              <a:rPr lang="en-US" b="0" dirty="0">
                <a:latin typeface="+mn-lt"/>
                <a:hlinkClick r:id="rId5"/>
              </a:rPr>
              <a:t>decision-making</a:t>
            </a:r>
            <a:r>
              <a:rPr lang="en-US" b="0" dirty="0">
                <a:latin typeface="+mn-lt"/>
              </a:rPr>
              <a:t> that focuses on filtering available information, putting it in context and quickly making the most appropriate decision while also understanding that changes can be made as more data becomes available. </a:t>
            </a:r>
          </a:p>
          <a:p>
            <a:pPr marL="342900" indent="-342900" algn="l">
              <a:buFont typeface="Wingdings" panose="05000000000000000000" pitchFamily="2" charset="2"/>
              <a:buChar char="ü"/>
            </a:pPr>
            <a:endParaRPr lang="en-US" b="0" dirty="0">
              <a:latin typeface="+mn-lt"/>
            </a:endParaRPr>
          </a:p>
          <a:p>
            <a:pPr marL="342900" indent="-342900" algn="l">
              <a:buFont typeface="Wingdings" panose="05000000000000000000" pitchFamily="2" charset="2"/>
              <a:buChar char="ü"/>
            </a:pPr>
            <a:r>
              <a:rPr lang="en-US" b="0" dirty="0">
                <a:latin typeface="+mn-lt"/>
              </a:rPr>
              <a:t>The strategy is applicable at an individual level as well as an organizational level. It is particularly useful in scenarios where competition is involved and where the ability to react to changing circumstances faster than an opponent leads to an advantage</a:t>
            </a:r>
            <a:r>
              <a:rPr lang="en-US" sz="1500" b="0" dirty="0">
                <a:latin typeface="+mn-lt"/>
              </a:rPr>
              <a:t>.</a:t>
            </a:r>
          </a:p>
        </p:txBody>
      </p:sp>
    </p:spTree>
    <p:extLst>
      <p:ext uri="{BB962C8B-B14F-4D97-AF65-F5344CB8AC3E}">
        <p14:creationId xmlns:p14="http://schemas.microsoft.com/office/powerpoint/2010/main" val="731522164"/>
      </p:ext>
    </p:extLst>
  </p:cSld>
  <p:clrMapOvr>
    <a:masterClrMapping/>
  </p:clrMapOvr>
  <mc:AlternateContent xmlns:mc="http://schemas.openxmlformats.org/markup-compatibility/2006" xmlns:p14="http://schemas.microsoft.com/office/powerpoint/2010/main">
    <mc:Choice Requires="p14">
      <p:transition spd="slow" p14:dur="2000" advTm="54182">
        <p14:prism isContent="1"/>
      </p:transition>
    </mc:Choice>
    <mc:Fallback xmlns="">
      <p:transition spd="slow" advTm="54182">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C8C3CA1-CCAA-4678-84BA-CB9D99C1AD3B}"/>
              </a:ext>
            </a:extLst>
          </p:cNvPr>
          <p:cNvSpPr>
            <a:spLocks noGrp="1"/>
          </p:cNvSpPr>
          <p:nvPr>
            <p:ph type="sldNum" sz="quarter" idx="10"/>
          </p:nvPr>
        </p:nvSpPr>
        <p:spPr>
          <a:xfrm>
            <a:off x="8365201" y="6585814"/>
            <a:ext cx="222814" cy="222173"/>
          </a:xfrm>
        </p:spPr>
        <p:txBody>
          <a:bodyPr/>
          <a:lstStyle/>
          <a:p>
            <a:fld id="{3A4F6043-7A67-491B-98BC-F933DED7226D}" type="slidenum">
              <a:rPr lang="en-US" smtClean="0"/>
              <a:pPr/>
              <a:t>8</a:t>
            </a:fld>
            <a:endParaRPr lang="en-US" dirty="0"/>
          </a:p>
        </p:txBody>
      </p:sp>
      <p:sp>
        <p:nvSpPr>
          <p:cNvPr id="7" name="Content Placeholder 5">
            <a:extLst>
              <a:ext uri="{FF2B5EF4-FFF2-40B4-BE49-F238E27FC236}">
                <a16:creationId xmlns:a16="http://schemas.microsoft.com/office/drawing/2014/main" id="{855732F5-0EB3-4611-AC37-4834B4E848D8}"/>
              </a:ext>
            </a:extLst>
          </p:cNvPr>
          <p:cNvSpPr txBox="1">
            <a:spLocks/>
          </p:cNvSpPr>
          <p:nvPr/>
        </p:nvSpPr>
        <p:spPr>
          <a:xfrm>
            <a:off x="4572000" y="1843088"/>
            <a:ext cx="3527869"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9" name="Content Placeholder 5">
            <a:extLst>
              <a:ext uri="{FF2B5EF4-FFF2-40B4-BE49-F238E27FC236}">
                <a16:creationId xmlns:a16="http://schemas.microsoft.com/office/drawing/2014/main" id="{AC7F1095-2AE7-47DB-A502-B63A8ABC5290}"/>
              </a:ext>
            </a:extLst>
          </p:cNvPr>
          <p:cNvSpPr txBox="1">
            <a:spLocks/>
          </p:cNvSpPr>
          <p:nvPr/>
        </p:nvSpPr>
        <p:spPr>
          <a:xfrm>
            <a:off x="429769" y="2050257"/>
            <a:ext cx="8197595"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20" name="AutoShape 12">
            <a:hlinkClick r:id="rId2"/>
            <a:extLst>
              <a:ext uri="{FF2B5EF4-FFF2-40B4-BE49-F238E27FC236}">
                <a16:creationId xmlns:a16="http://schemas.microsoft.com/office/drawing/2014/main" id="{9A0CE323-4A05-4473-8385-856D0A91D26E}"/>
              </a:ext>
            </a:extLst>
          </p:cNvPr>
          <p:cNvSpPr>
            <a:spLocks noChangeAspect="1" noChangeArrowheads="1"/>
          </p:cNvSpPr>
          <p:nvPr/>
        </p:nvSpPr>
        <p:spPr bwMode="auto">
          <a:xfrm>
            <a:off x="154781" y="-13716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1" name="AutoShape 13" descr="Students can manually mark this item complete: The KGB, The Computer, and Me (Clifford Stoll: The Cuckoo's Egg)">
            <a:extLst>
              <a:ext uri="{FF2B5EF4-FFF2-40B4-BE49-F238E27FC236}">
                <a16:creationId xmlns:a16="http://schemas.microsoft.com/office/drawing/2014/main" id="{CF8DE55A-F65C-450D-8E1B-D1AB35D716B6}"/>
              </a:ext>
            </a:extLst>
          </p:cNvPr>
          <p:cNvSpPr>
            <a:spLocks noChangeAspect="1" noChangeArrowheads="1"/>
          </p:cNvSpPr>
          <p:nvPr/>
        </p:nvSpPr>
        <p:spPr bwMode="auto">
          <a:xfrm>
            <a:off x="95250" y="-74295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2" name="AutoShape 14">
            <a:hlinkClick r:id="rId3"/>
            <a:extLst>
              <a:ext uri="{FF2B5EF4-FFF2-40B4-BE49-F238E27FC236}">
                <a16:creationId xmlns:a16="http://schemas.microsoft.com/office/drawing/2014/main" id="{A8707208-4119-4B70-9512-42CAF78AE280}"/>
              </a:ext>
            </a:extLst>
          </p:cNvPr>
          <p:cNvSpPr>
            <a:spLocks noChangeAspect="1" noChangeArrowheads="1"/>
          </p:cNvSpPr>
          <p:nvPr/>
        </p:nvSpPr>
        <p:spPr bwMode="auto">
          <a:xfrm>
            <a:off x="154781" y="-5262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3" name="AutoShape 15" descr="Students can manually mark this item complete: Chaos Computer Club - Web Site">
            <a:extLst>
              <a:ext uri="{FF2B5EF4-FFF2-40B4-BE49-F238E27FC236}">
                <a16:creationId xmlns:a16="http://schemas.microsoft.com/office/drawing/2014/main" id="{9AA5BB89-1B5C-4923-A24C-09A239E3DC8C}"/>
              </a:ext>
            </a:extLst>
          </p:cNvPr>
          <p:cNvSpPr>
            <a:spLocks noChangeAspect="1" noChangeArrowheads="1"/>
          </p:cNvSpPr>
          <p:nvPr/>
        </p:nvSpPr>
        <p:spPr bwMode="auto">
          <a:xfrm>
            <a:off x="95250" y="959644"/>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4" name="AutoShape 17" descr="Students can manually mark this item complete: Mandiant APT 1 China Report (UNCLASSIFIED)">
            <a:extLst>
              <a:ext uri="{FF2B5EF4-FFF2-40B4-BE49-F238E27FC236}">
                <a16:creationId xmlns:a16="http://schemas.microsoft.com/office/drawing/2014/main" id="{56632639-B8EE-4E9C-8E66-97862C82F490}"/>
              </a:ext>
            </a:extLst>
          </p:cNvPr>
          <p:cNvSpPr>
            <a:spLocks noChangeAspect="1" noChangeArrowheads="1"/>
          </p:cNvSpPr>
          <p:nvPr/>
        </p:nvSpPr>
        <p:spPr bwMode="auto">
          <a:xfrm>
            <a:off x="95250" y="1794272"/>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5" name="AutoShape 18">
            <a:hlinkClick r:id="rId4"/>
            <a:extLst>
              <a:ext uri="{FF2B5EF4-FFF2-40B4-BE49-F238E27FC236}">
                <a16:creationId xmlns:a16="http://schemas.microsoft.com/office/drawing/2014/main" id="{65534258-7773-46D0-B9A2-A4A3F83A7867}"/>
              </a:ext>
            </a:extLst>
          </p:cNvPr>
          <p:cNvSpPr>
            <a:spLocks noChangeAspect="1" noChangeArrowheads="1"/>
          </p:cNvSpPr>
          <p:nvPr/>
        </p:nvSpPr>
        <p:spPr bwMode="auto">
          <a:xfrm>
            <a:off x="154781" y="20121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14" name="TextBox 13">
            <a:extLst>
              <a:ext uri="{FF2B5EF4-FFF2-40B4-BE49-F238E27FC236}">
                <a16:creationId xmlns:a16="http://schemas.microsoft.com/office/drawing/2014/main" id="{06C1871B-CB47-479A-ABB8-4C90F9B43FDA}"/>
              </a:ext>
            </a:extLst>
          </p:cNvPr>
          <p:cNvSpPr txBox="1"/>
          <p:nvPr/>
        </p:nvSpPr>
        <p:spPr>
          <a:xfrm>
            <a:off x="505349" y="1442079"/>
            <a:ext cx="7940516" cy="4247317"/>
          </a:xfrm>
          <a:prstGeom prst="rect">
            <a:avLst/>
          </a:prstGeom>
          <a:noFill/>
        </p:spPr>
        <p:txBody>
          <a:bodyPr wrap="square">
            <a:spAutoFit/>
          </a:bodyPr>
          <a:lstStyle/>
          <a:p>
            <a:pPr marL="257175" indent="-257175" algn="l">
              <a:buFont typeface="Wingdings" panose="05000000000000000000" pitchFamily="2" charset="2"/>
              <a:buChar char="ü"/>
            </a:pPr>
            <a:r>
              <a:rPr lang="en-US" sz="1800" b="0" dirty="0">
                <a:latin typeface="+mn-lt"/>
              </a:rPr>
              <a:t>Many modern environments can be described as volatile, uncertain, complex and ambiguous, or VUCA. Surviving and winning in this type of situation rests upon making better decisions. However, improving the quality of decision-making is something most organizations fail to do. For example, if a company continues to make choices that do not see a positive return, they are failing to learn from their experiences. The OODA loop acknowledges this habit and provides an approach help make improvements.</a:t>
            </a:r>
          </a:p>
          <a:p>
            <a:pPr marL="257175" indent="-257175" algn="l">
              <a:buFont typeface="Wingdings" panose="05000000000000000000" pitchFamily="2" charset="2"/>
              <a:buChar char="ü"/>
            </a:pPr>
            <a:r>
              <a:rPr lang="en-US" sz="1800" b="0" dirty="0">
                <a:latin typeface="+mn-lt"/>
              </a:rPr>
              <a:t>Applied to a variety of fields, the OODA loop was developed in the mid-20</a:t>
            </a:r>
            <a:r>
              <a:rPr lang="en-US" sz="1800" b="0" baseline="30000" dirty="0">
                <a:latin typeface="+mn-lt"/>
              </a:rPr>
              <a:t>th</a:t>
            </a:r>
            <a:r>
              <a:rPr lang="en-US" sz="1800" b="0" dirty="0">
                <a:latin typeface="+mn-lt"/>
              </a:rPr>
              <a:t> century by the military strategist, Colonel John Boyd. It was initially used to train solders to make time-sensitive decisions rapidly when there may not be time to gather all the information. </a:t>
            </a:r>
          </a:p>
          <a:p>
            <a:pPr marL="257175" indent="-257175" algn="l">
              <a:buFont typeface="Wingdings" panose="05000000000000000000" pitchFamily="2" charset="2"/>
              <a:buChar char="ü"/>
            </a:pPr>
            <a:r>
              <a:rPr lang="en-US" sz="1800" b="0" dirty="0">
                <a:latin typeface="+mn-lt"/>
              </a:rPr>
              <a:t>The goal of the strategy was to execute the OODA loop process more quickly than an opponent in order to infiltrate and disrupt the adversary’s  decision cycle.</a:t>
            </a:r>
          </a:p>
        </p:txBody>
      </p:sp>
      <p:sp>
        <p:nvSpPr>
          <p:cNvPr id="5" name="TextBox 4">
            <a:extLst>
              <a:ext uri="{FF2B5EF4-FFF2-40B4-BE49-F238E27FC236}">
                <a16:creationId xmlns:a16="http://schemas.microsoft.com/office/drawing/2014/main" id="{EDB519EC-63B1-4062-87D0-2134497B0E0E}"/>
              </a:ext>
            </a:extLst>
          </p:cNvPr>
          <p:cNvSpPr txBox="1"/>
          <p:nvPr/>
        </p:nvSpPr>
        <p:spPr>
          <a:xfrm>
            <a:off x="1201085" y="6215565"/>
            <a:ext cx="7021657" cy="369332"/>
          </a:xfrm>
          <a:prstGeom prst="rect">
            <a:avLst/>
          </a:prstGeom>
          <a:noFill/>
        </p:spPr>
        <p:txBody>
          <a:bodyPr wrap="square" rtlCol="0">
            <a:spAutoFit/>
          </a:bodyPr>
          <a:lstStyle/>
          <a:p>
            <a:r>
              <a:rPr lang="en-US" sz="1800" dirty="0">
                <a:hlinkClick r:id="rId5"/>
              </a:rPr>
              <a:t>https://searchcio.techtarget.com/definition/OODA-loop</a:t>
            </a:r>
            <a:endParaRPr lang="en-US" sz="1800" dirty="0"/>
          </a:p>
        </p:txBody>
      </p:sp>
      <p:sp>
        <p:nvSpPr>
          <p:cNvPr id="17" name="Title 1">
            <a:extLst>
              <a:ext uri="{FF2B5EF4-FFF2-40B4-BE49-F238E27FC236}">
                <a16:creationId xmlns:a16="http://schemas.microsoft.com/office/drawing/2014/main" id="{3D4A2A2D-5D9B-4149-95AD-513919E33C95}"/>
              </a:ext>
            </a:extLst>
          </p:cNvPr>
          <p:cNvSpPr txBox="1">
            <a:spLocks/>
          </p:cNvSpPr>
          <p:nvPr/>
        </p:nvSpPr>
        <p:spPr>
          <a:xfrm>
            <a:off x="323850" y="489347"/>
            <a:ext cx="8303514" cy="735806"/>
          </a:xfrm>
          <a:prstGeom prst="rect">
            <a:avLst/>
          </a:prstGeom>
          <a:ln w="12700">
            <a:miter lim="400000"/>
          </a:ln>
          <a:extLst>
            <a:ext uri="{C572A759-6A51-4108-AA02-DFA0A04FC94B}">
              <ma14:wrappingTextBoxFlag xmlns:ma14="http://schemas.microsoft.com/office/mac/drawingml/2011/main" xmlns="" val="1"/>
            </a:ext>
          </a:extLst>
        </p:spPr>
        <p:txBody>
          <a:bodyPr lIns="35717" tIns="35717" rIns="35717" bIns="35717" anchor="ctr">
            <a:normAutofit fontScale="60000" lnSpcReduction="20000"/>
          </a:bodyPr>
          <a:lstStyle>
            <a:lvl1pPr marL="0" marR="0" indent="0" algn="ctr" defTabSz="308063" rtl="0" eaLnBrk="1" latinLnBrk="0" hangingPunct="1">
              <a:lnSpc>
                <a:spcPct val="100000"/>
              </a:lnSpc>
              <a:spcBef>
                <a:spcPts val="0"/>
              </a:spcBef>
              <a:spcAft>
                <a:spcPts val="0"/>
              </a:spcAft>
              <a:buClrTx/>
              <a:buSzTx/>
              <a:buFontTx/>
              <a:buNone/>
              <a:tabLst/>
              <a:defRPr sz="3000" b="0" i="0" u="none" strike="noStrike" cap="none" spc="0" baseline="0">
                <a:ln>
                  <a:noFill/>
                </a:ln>
                <a:solidFill>
                  <a:srgbClr val="000000"/>
                </a:solidFill>
                <a:uFillTx/>
                <a:latin typeface="+mn-lt"/>
                <a:ea typeface="+mn-ea"/>
                <a:cs typeface="+mn-cs"/>
                <a:sym typeface="Helvetica Light"/>
              </a:defRPr>
            </a:lvl1pPr>
            <a:lvl2pPr marL="0" marR="0" indent="120547"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2pPr>
            <a:lvl3pPr marL="0" marR="0" indent="241093"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3pPr>
            <a:lvl4pPr marL="0" marR="0" indent="361640"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4pPr>
            <a:lvl5pPr marL="0" marR="0" indent="482186"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5pPr>
            <a:lvl6pPr marL="0" marR="0" indent="602732"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6pPr>
            <a:lvl7pPr marL="0" marR="0" indent="723279"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7pPr>
            <a:lvl8pPr marL="0" marR="0" indent="843826"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8pPr>
            <a:lvl9pPr marL="0" marR="0" indent="964372" algn="ctr" defTabSz="308063" rtl="0" eaLnBrk="1" latinLnBrk="0" hangingPunct="1">
              <a:lnSpc>
                <a:spcPct val="100000"/>
              </a:lnSpc>
              <a:spcBef>
                <a:spcPts val="0"/>
              </a:spcBef>
              <a:spcAft>
                <a:spcPts val="0"/>
              </a:spcAft>
              <a:buClrTx/>
              <a:buSzTx/>
              <a:buFontTx/>
              <a:buNone/>
              <a:tabLst/>
              <a:defRPr sz="4200" b="0" i="0" u="none" strike="noStrike" cap="none" spc="0" baseline="0">
                <a:ln>
                  <a:noFill/>
                </a:ln>
                <a:solidFill>
                  <a:srgbClr val="000000"/>
                </a:solidFill>
                <a:uFillTx/>
                <a:latin typeface="+mn-lt"/>
                <a:ea typeface="+mn-ea"/>
                <a:cs typeface="+mn-cs"/>
                <a:sym typeface="Helvetica Light"/>
              </a:defRPr>
            </a:lvl9pPr>
          </a:lstStyle>
          <a:p>
            <a:pPr fontAlgn="auto"/>
            <a:r>
              <a:rPr lang="en-US" sz="4050" kern="0" dirty="0"/>
              <a:t>The OODA Loop </a:t>
            </a:r>
            <a:br>
              <a:rPr lang="en-US" sz="4050" kern="0" dirty="0"/>
            </a:br>
            <a:r>
              <a:rPr lang="en-US" sz="4050" kern="0" dirty="0"/>
              <a:t>(Observe, Orient, Decide, Act)</a:t>
            </a:r>
            <a:endParaRPr lang="en-US" kern="0" dirty="0"/>
          </a:p>
        </p:txBody>
      </p:sp>
    </p:spTree>
    <p:extLst>
      <p:ext uri="{BB962C8B-B14F-4D97-AF65-F5344CB8AC3E}">
        <p14:creationId xmlns:p14="http://schemas.microsoft.com/office/powerpoint/2010/main" val="852642394"/>
      </p:ext>
    </p:extLst>
  </p:cSld>
  <p:clrMapOvr>
    <a:masterClrMapping/>
  </p:clrMapOvr>
  <mc:AlternateContent xmlns:mc="http://schemas.openxmlformats.org/markup-compatibility/2006" xmlns:p14="http://schemas.microsoft.com/office/powerpoint/2010/main">
    <mc:Choice Requires="p14">
      <p:transition spd="slow" p14:dur="2000" advTm="50768">
        <p14:prism isContent="1"/>
      </p:transition>
    </mc:Choice>
    <mc:Fallback xmlns="">
      <p:transition spd="slow" advTm="50768">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28364-3C97-48A7-A33C-DE2524EE0A94}"/>
              </a:ext>
            </a:extLst>
          </p:cNvPr>
          <p:cNvSpPr>
            <a:spLocks noGrp="1"/>
          </p:cNvSpPr>
          <p:nvPr>
            <p:ph type="title"/>
          </p:nvPr>
        </p:nvSpPr>
        <p:spPr>
          <a:xfrm>
            <a:off x="618363" y="472312"/>
            <a:ext cx="7907274" cy="575242"/>
          </a:xfrm>
        </p:spPr>
        <p:txBody>
          <a:bodyPr>
            <a:normAutofit/>
          </a:bodyPr>
          <a:lstStyle/>
          <a:p>
            <a:r>
              <a:rPr lang="en-US" dirty="0"/>
              <a:t>OODA CTI Template (7 slides)</a:t>
            </a:r>
          </a:p>
        </p:txBody>
      </p:sp>
      <p:sp>
        <p:nvSpPr>
          <p:cNvPr id="4" name="Slide Number Placeholder 3">
            <a:extLst>
              <a:ext uri="{FF2B5EF4-FFF2-40B4-BE49-F238E27FC236}">
                <a16:creationId xmlns:a16="http://schemas.microsoft.com/office/drawing/2014/main" id="{0C8C3CA1-CCAA-4678-84BA-CB9D99C1AD3B}"/>
              </a:ext>
            </a:extLst>
          </p:cNvPr>
          <p:cNvSpPr>
            <a:spLocks noGrp="1"/>
          </p:cNvSpPr>
          <p:nvPr>
            <p:ph type="sldNum" sz="quarter" idx="10"/>
          </p:nvPr>
        </p:nvSpPr>
        <p:spPr>
          <a:xfrm>
            <a:off x="8365201" y="6585814"/>
            <a:ext cx="222814" cy="222173"/>
          </a:xfrm>
        </p:spPr>
        <p:txBody>
          <a:bodyPr/>
          <a:lstStyle/>
          <a:p>
            <a:fld id="{3A4F6043-7A67-491B-98BC-F933DED7226D}" type="slidenum">
              <a:rPr lang="en-US" smtClean="0"/>
              <a:pPr/>
              <a:t>9</a:t>
            </a:fld>
            <a:endParaRPr lang="en-US" dirty="0"/>
          </a:p>
        </p:txBody>
      </p:sp>
      <p:sp>
        <p:nvSpPr>
          <p:cNvPr id="7" name="Content Placeholder 5">
            <a:extLst>
              <a:ext uri="{FF2B5EF4-FFF2-40B4-BE49-F238E27FC236}">
                <a16:creationId xmlns:a16="http://schemas.microsoft.com/office/drawing/2014/main" id="{855732F5-0EB3-4611-AC37-4834B4E848D8}"/>
              </a:ext>
            </a:extLst>
          </p:cNvPr>
          <p:cNvSpPr txBox="1">
            <a:spLocks/>
          </p:cNvSpPr>
          <p:nvPr/>
        </p:nvSpPr>
        <p:spPr>
          <a:xfrm>
            <a:off x="4572000" y="1843088"/>
            <a:ext cx="3527869"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9" name="Content Placeholder 5">
            <a:extLst>
              <a:ext uri="{FF2B5EF4-FFF2-40B4-BE49-F238E27FC236}">
                <a16:creationId xmlns:a16="http://schemas.microsoft.com/office/drawing/2014/main" id="{AC7F1095-2AE7-47DB-A502-B63A8ABC5290}"/>
              </a:ext>
            </a:extLst>
          </p:cNvPr>
          <p:cNvSpPr txBox="1">
            <a:spLocks/>
          </p:cNvSpPr>
          <p:nvPr/>
        </p:nvSpPr>
        <p:spPr>
          <a:xfrm>
            <a:off x="429769" y="2050257"/>
            <a:ext cx="8197595"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20" name="AutoShape 12">
            <a:hlinkClick r:id="rId2"/>
            <a:extLst>
              <a:ext uri="{FF2B5EF4-FFF2-40B4-BE49-F238E27FC236}">
                <a16:creationId xmlns:a16="http://schemas.microsoft.com/office/drawing/2014/main" id="{9A0CE323-4A05-4473-8385-856D0A91D26E}"/>
              </a:ext>
            </a:extLst>
          </p:cNvPr>
          <p:cNvSpPr>
            <a:spLocks noChangeAspect="1" noChangeArrowheads="1"/>
          </p:cNvSpPr>
          <p:nvPr/>
        </p:nvSpPr>
        <p:spPr bwMode="auto">
          <a:xfrm>
            <a:off x="154781" y="-13716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1" name="AutoShape 13" descr="Students can manually mark this item complete: The KGB, The Computer, and Me (Clifford Stoll: The Cuckoo's Egg)">
            <a:extLst>
              <a:ext uri="{FF2B5EF4-FFF2-40B4-BE49-F238E27FC236}">
                <a16:creationId xmlns:a16="http://schemas.microsoft.com/office/drawing/2014/main" id="{CF8DE55A-F65C-450D-8E1B-D1AB35D716B6}"/>
              </a:ext>
            </a:extLst>
          </p:cNvPr>
          <p:cNvSpPr>
            <a:spLocks noChangeAspect="1" noChangeArrowheads="1"/>
          </p:cNvSpPr>
          <p:nvPr/>
        </p:nvSpPr>
        <p:spPr bwMode="auto">
          <a:xfrm>
            <a:off x="95250" y="-74295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2" name="AutoShape 14">
            <a:hlinkClick r:id="rId3"/>
            <a:extLst>
              <a:ext uri="{FF2B5EF4-FFF2-40B4-BE49-F238E27FC236}">
                <a16:creationId xmlns:a16="http://schemas.microsoft.com/office/drawing/2014/main" id="{A8707208-4119-4B70-9512-42CAF78AE280}"/>
              </a:ext>
            </a:extLst>
          </p:cNvPr>
          <p:cNvSpPr>
            <a:spLocks noChangeAspect="1" noChangeArrowheads="1"/>
          </p:cNvSpPr>
          <p:nvPr/>
        </p:nvSpPr>
        <p:spPr bwMode="auto">
          <a:xfrm>
            <a:off x="154781" y="-5262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3" name="AutoShape 15" descr="Students can manually mark this item complete: Chaos Computer Club - Web Site">
            <a:extLst>
              <a:ext uri="{FF2B5EF4-FFF2-40B4-BE49-F238E27FC236}">
                <a16:creationId xmlns:a16="http://schemas.microsoft.com/office/drawing/2014/main" id="{9AA5BB89-1B5C-4923-A24C-09A239E3DC8C}"/>
              </a:ext>
            </a:extLst>
          </p:cNvPr>
          <p:cNvSpPr>
            <a:spLocks noChangeAspect="1" noChangeArrowheads="1"/>
          </p:cNvSpPr>
          <p:nvPr/>
        </p:nvSpPr>
        <p:spPr bwMode="auto">
          <a:xfrm>
            <a:off x="95250" y="959644"/>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4" name="AutoShape 17" descr="Students can manually mark this item complete: Mandiant APT 1 China Report (UNCLASSIFIED)">
            <a:extLst>
              <a:ext uri="{FF2B5EF4-FFF2-40B4-BE49-F238E27FC236}">
                <a16:creationId xmlns:a16="http://schemas.microsoft.com/office/drawing/2014/main" id="{56632639-B8EE-4E9C-8E66-97862C82F490}"/>
              </a:ext>
            </a:extLst>
          </p:cNvPr>
          <p:cNvSpPr>
            <a:spLocks noChangeAspect="1" noChangeArrowheads="1"/>
          </p:cNvSpPr>
          <p:nvPr/>
        </p:nvSpPr>
        <p:spPr bwMode="auto">
          <a:xfrm>
            <a:off x="95250" y="1794272"/>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5" name="AutoShape 18">
            <a:hlinkClick r:id="rId4"/>
            <a:extLst>
              <a:ext uri="{FF2B5EF4-FFF2-40B4-BE49-F238E27FC236}">
                <a16:creationId xmlns:a16="http://schemas.microsoft.com/office/drawing/2014/main" id="{65534258-7773-46D0-B9A2-A4A3F83A7867}"/>
              </a:ext>
            </a:extLst>
          </p:cNvPr>
          <p:cNvSpPr>
            <a:spLocks noChangeAspect="1" noChangeArrowheads="1"/>
          </p:cNvSpPr>
          <p:nvPr/>
        </p:nvSpPr>
        <p:spPr bwMode="auto">
          <a:xfrm>
            <a:off x="154781" y="20121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5" name="TextBox 4">
            <a:extLst>
              <a:ext uri="{FF2B5EF4-FFF2-40B4-BE49-F238E27FC236}">
                <a16:creationId xmlns:a16="http://schemas.microsoft.com/office/drawing/2014/main" id="{27C5FD05-CDA8-4A3D-B747-354ED6BACB36}"/>
              </a:ext>
            </a:extLst>
          </p:cNvPr>
          <p:cNvSpPr txBox="1"/>
          <p:nvPr/>
        </p:nvSpPr>
        <p:spPr>
          <a:xfrm>
            <a:off x="618363" y="1747795"/>
            <a:ext cx="8009001" cy="4524315"/>
          </a:xfrm>
          <a:prstGeom prst="rect">
            <a:avLst/>
          </a:prstGeom>
          <a:noFill/>
        </p:spPr>
        <p:txBody>
          <a:bodyPr wrap="square" rtlCol="0">
            <a:spAutoFit/>
          </a:bodyPr>
          <a:lstStyle/>
          <a:p>
            <a:r>
              <a:rPr lang="en-US" sz="1500" dirty="0">
                <a:latin typeface="+mn-lt"/>
              </a:rPr>
              <a:t>Use this template to organize an OODA analysis</a:t>
            </a:r>
          </a:p>
          <a:p>
            <a:pPr algn="l"/>
            <a:endParaRPr lang="en-US" sz="1500" b="0" dirty="0">
              <a:latin typeface="+mn-lt"/>
            </a:endParaRPr>
          </a:p>
          <a:p>
            <a:pPr marL="342900" indent="-342900" algn="l">
              <a:buFont typeface="+mj-lt"/>
              <a:buAutoNum type="arabicPeriod"/>
            </a:pPr>
            <a:r>
              <a:rPr lang="en-US" sz="1500" b="0" dirty="0">
                <a:latin typeface="+mn-lt"/>
              </a:rPr>
              <a:t>Introduce yourself and what  topic you are presenting – i.e. OODA – US Russian Hacking  Indictment (1) Informational OR (2) a Decision/Recommendation– maybe announce the USG level of security classification</a:t>
            </a:r>
          </a:p>
          <a:p>
            <a:pPr marL="342900" indent="-342900" algn="l">
              <a:buFont typeface="+mj-lt"/>
              <a:buAutoNum type="arabicPeriod"/>
            </a:pPr>
            <a:endParaRPr lang="en-US" sz="1500" b="0" dirty="0">
              <a:latin typeface="+mn-lt"/>
            </a:endParaRPr>
          </a:p>
          <a:p>
            <a:pPr marL="342900" indent="-342900" algn="l">
              <a:buFont typeface="+mj-lt"/>
              <a:buAutoNum type="arabicPeriod"/>
            </a:pPr>
            <a:r>
              <a:rPr lang="en-US" sz="1500" b="0" dirty="0">
                <a:latin typeface="+mn-lt"/>
              </a:rPr>
              <a:t>Bottom Line Up Front (</a:t>
            </a:r>
            <a:r>
              <a:rPr lang="en-US" sz="1500" b="0" dirty="0">
                <a:latin typeface="+mn-lt"/>
                <a:hlinkClick r:id="rId5"/>
              </a:rPr>
              <a:t>BLUF</a:t>
            </a:r>
            <a:r>
              <a:rPr lang="en-US" sz="1500" b="0" dirty="0">
                <a:latin typeface="+mn-lt"/>
              </a:rPr>
              <a:t>) – This an informational presentation IAW </a:t>
            </a:r>
            <a:r>
              <a:rPr lang="en-US" sz="1500" b="0" dirty="0">
                <a:latin typeface="+mn-lt"/>
                <a:hlinkClick r:id="rId6" action="ppaction://hlinksldjump"/>
              </a:rPr>
              <a:t>SOW </a:t>
            </a:r>
            <a:endParaRPr lang="en-US" sz="1500" b="0" dirty="0">
              <a:latin typeface="+mn-lt"/>
            </a:endParaRPr>
          </a:p>
          <a:p>
            <a:pPr marL="342900" indent="-342900" algn="l">
              <a:buFont typeface="+mj-lt"/>
              <a:buAutoNum type="arabicPeriod"/>
            </a:pPr>
            <a:endParaRPr lang="en-US" sz="1500" b="0" dirty="0">
              <a:latin typeface="+mn-lt"/>
            </a:endParaRPr>
          </a:p>
          <a:p>
            <a:pPr marL="342900" indent="-342900" algn="l">
              <a:buFont typeface="+mj-lt"/>
              <a:buAutoNum type="arabicPeriod"/>
            </a:pPr>
            <a:r>
              <a:rPr lang="en-US" sz="1500" b="0" dirty="0">
                <a:latin typeface="+mn-lt"/>
              </a:rPr>
              <a:t>Observations – Limit these to </a:t>
            </a:r>
            <a:r>
              <a:rPr lang="en-US" sz="1500" b="0" dirty="0">
                <a:latin typeface="+mn-lt"/>
                <a:hlinkClick r:id="rId7"/>
              </a:rPr>
              <a:t>The Magical Number Seven, Plus or Minus Two</a:t>
            </a:r>
            <a:endParaRPr lang="en-US" sz="1500" b="0" dirty="0">
              <a:latin typeface="+mn-lt"/>
            </a:endParaRPr>
          </a:p>
          <a:p>
            <a:pPr marL="342900" indent="-342900" algn="l">
              <a:buFont typeface="+mj-lt"/>
              <a:buAutoNum type="arabicPeriod"/>
            </a:pPr>
            <a:endParaRPr lang="en-US" sz="1500" b="0" dirty="0">
              <a:latin typeface="+mn-lt"/>
            </a:endParaRPr>
          </a:p>
          <a:p>
            <a:pPr marL="342900" indent="-342900" algn="l">
              <a:buFont typeface="+mj-lt"/>
              <a:buAutoNum type="arabicPeriod"/>
            </a:pPr>
            <a:r>
              <a:rPr lang="en-US" sz="1500" b="0" dirty="0">
                <a:latin typeface="+mn-lt"/>
              </a:rPr>
              <a:t>Orientation – Limit these to </a:t>
            </a:r>
            <a:r>
              <a:rPr lang="en-US" sz="1500" b="0" dirty="0">
                <a:latin typeface="+mn-lt"/>
                <a:hlinkClick r:id="rId7"/>
              </a:rPr>
              <a:t>The Magical Number Seven, Plus or Minus Two</a:t>
            </a:r>
            <a:endParaRPr lang="en-US" sz="1500" b="0" dirty="0">
              <a:latin typeface="+mn-lt"/>
            </a:endParaRPr>
          </a:p>
          <a:p>
            <a:pPr marL="342900" indent="-342900" algn="l">
              <a:buFont typeface="+mj-lt"/>
              <a:buAutoNum type="arabicPeriod"/>
            </a:pPr>
            <a:endParaRPr lang="en-US" sz="1500" b="0" dirty="0">
              <a:latin typeface="+mn-lt"/>
            </a:endParaRPr>
          </a:p>
          <a:p>
            <a:pPr marL="342900" indent="-342900" algn="l">
              <a:buFont typeface="+mj-lt"/>
              <a:buAutoNum type="arabicPeriod"/>
            </a:pPr>
            <a:r>
              <a:rPr lang="en-US" sz="1500" b="0" dirty="0">
                <a:latin typeface="+mn-lt"/>
              </a:rPr>
              <a:t>Decisions  – Limit these to </a:t>
            </a:r>
            <a:r>
              <a:rPr lang="en-US" sz="1500" b="0" dirty="0">
                <a:latin typeface="+mn-lt"/>
                <a:hlinkClick r:id="rId7"/>
              </a:rPr>
              <a:t>The Magical Number Seven, Plus or Minus Two</a:t>
            </a:r>
            <a:endParaRPr lang="en-US" sz="1500" b="0" dirty="0">
              <a:latin typeface="+mn-lt"/>
            </a:endParaRPr>
          </a:p>
          <a:p>
            <a:pPr marL="342900" indent="-342900" algn="l">
              <a:buFont typeface="+mj-lt"/>
              <a:buAutoNum type="arabicPeriod"/>
            </a:pPr>
            <a:endParaRPr lang="en-US" sz="1500" b="0" dirty="0">
              <a:latin typeface="+mn-lt"/>
            </a:endParaRPr>
          </a:p>
          <a:p>
            <a:pPr marL="342900" indent="-342900" algn="l">
              <a:buFont typeface="+mj-lt"/>
              <a:buAutoNum type="arabicPeriod"/>
            </a:pPr>
            <a:r>
              <a:rPr lang="en-US" sz="1500" b="0" dirty="0">
                <a:latin typeface="+mn-lt"/>
              </a:rPr>
              <a:t>Actions  – Limit to one recommendation</a:t>
            </a:r>
          </a:p>
          <a:p>
            <a:pPr marL="342900" indent="-342900" algn="l">
              <a:buFont typeface="+mj-lt"/>
              <a:buAutoNum type="arabicPeriod"/>
            </a:pPr>
            <a:endParaRPr lang="en-US" sz="1500" b="0" dirty="0">
              <a:latin typeface="+mn-lt"/>
            </a:endParaRPr>
          </a:p>
          <a:p>
            <a:pPr marL="342900" indent="-342900" algn="l">
              <a:buFont typeface="+mj-lt"/>
              <a:buAutoNum type="arabicPeriod"/>
            </a:pPr>
            <a:r>
              <a:rPr lang="en-US" sz="1500" b="0" dirty="0">
                <a:latin typeface="+mn-lt"/>
              </a:rPr>
              <a:t>Sources of information and/or intelligence – note about sources and methods (collection mechanisms)</a:t>
            </a:r>
          </a:p>
          <a:p>
            <a:endParaRPr lang="en-US" sz="1800" b="0" dirty="0">
              <a:latin typeface="+mn-lt"/>
            </a:endParaRPr>
          </a:p>
        </p:txBody>
      </p:sp>
    </p:spTree>
    <p:extLst>
      <p:ext uri="{BB962C8B-B14F-4D97-AF65-F5344CB8AC3E}">
        <p14:creationId xmlns:p14="http://schemas.microsoft.com/office/powerpoint/2010/main" val="997307842"/>
      </p:ext>
    </p:extLst>
  </p:cSld>
  <p:clrMapOvr>
    <a:masterClrMapping/>
  </p:clrMapOvr>
  <mc:AlternateContent xmlns:mc="http://schemas.openxmlformats.org/markup-compatibility/2006" xmlns:p14="http://schemas.microsoft.com/office/powerpoint/2010/main">
    <mc:Choice Requires="p14">
      <p:transition spd="slow" p14:dur="2000" advTm="212100">
        <p14:prism isContent="1"/>
      </p:transition>
    </mc:Choice>
    <mc:Fallback xmlns="">
      <p:transition spd="slow" advTm="2121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28364-3C97-48A7-A33C-DE2524EE0A94}"/>
              </a:ext>
            </a:extLst>
          </p:cNvPr>
          <p:cNvSpPr>
            <a:spLocks noGrp="1"/>
          </p:cNvSpPr>
          <p:nvPr>
            <p:ph type="title"/>
          </p:nvPr>
        </p:nvSpPr>
        <p:spPr/>
        <p:txBody>
          <a:bodyPr>
            <a:normAutofit/>
          </a:bodyPr>
          <a:lstStyle/>
          <a:p>
            <a:r>
              <a:rPr lang="en-US" dirty="0"/>
              <a:t>OODA – Analysis Scenario</a:t>
            </a:r>
          </a:p>
        </p:txBody>
      </p:sp>
      <p:sp>
        <p:nvSpPr>
          <p:cNvPr id="4" name="Slide Number Placeholder 3">
            <a:extLst>
              <a:ext uri="{FF2B5EF4-FFF2-40B4-BE49-F238E27FC236}">
                <a16:creationId xmlns:a16="http://schemas.microsoft.com/office/drawing/2014/main" id="{0C8C3CA1-CCAA-4678-84BA-CB9D99C1AD3B}"/>
              </a:ext>
            </a:extLst>
          </p:cNvPr>
          <p:cNvSpPr>
            <a:spLocks noGrp="1"/>
          </p:cNvSpPr>
          <p:nvPr>
            <p:ph type="sldNum" sz="quarter" idx="10"/>
          </p:nvPr>
        </p:nvSpPr>
        <p:spPr>
          <a:xfrm>
            <a:off x="8365201" y="6585814"/>
            <a:ext cx="222814" cy="222173"/>
          </a:xfrm>
        </p:spPr>
        <p:txBody>
          <a:bodyPr/>
          <a:lstStyle/>
          <a:p>
            <a:fld id="{3A4F6043-7A67-491B-98BC-F933DED7226D}" type="slidenum">
              <a:rPr lang="en-US" smtClean="0"/>
              <a:pPr/>
              <a:t>10</a:t>
            </a:fld>
            <a:endParaRPr lang="en-US" dirty="0"/>
          </a:p>
        </p:txBody>
      </p:sp>
      <p:sp>
        <p:nvSpPr>
          <p:cNvPr id="7" name="Content Placeholder 5">
            <a:extLst>
              <a:ext uri="{FF2B5EF4-FFF2-40B4-BE49-F238E27FC236}">
                <a16:creationId xmlns:a16="http://schemas.microsoft.com/office/drawing/2014/main" id="{855732F5-0EB3-4611-AC37-4834B4E848D8}"/>
              </a:ext>
            </a:extLst>
          </p:cNvPr>
          <p:cNvSpPr txBox="1">
            <a:spLocks/>
          </p:cNvSpPr>
          <p:nvPr/>
        </p:nvSpPr>
        <p:spPr>
          <a:xfrm>
            <a:off x="4572000" y="1843088"/>
            <a:ext cx="3527869"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9" name="Content Placeholder 5">
            <a:extLst>
              <a:ext uri="{FF2B5EF4-FFF2-40B4-BE49-F238E27FC236}">
                <a16:creationId xmlns:a16="http://schemas.microsoft.com/office/drawing/2014/main" id="{AC7F1095-2AE7-47DB-A502-B63A8ABC5290}"/>
              </a:ext>
            </a:extLst>
          </p:cNvPr>
          <p:cNvSpPr txBox="1">
            <a:spLocks/>
          </p:cNvSpPr>
          <p:nvPr/>
        </p:nvSpPr>
        <p:spPr>
          <a:xfrm>
            <a:off x="429769" y="2050257"/>
            <a:ext cx="8197595"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20" name="AutoShape 12">
            <a:hlinkClick r:id="rId2"/>
            <a:extLst>
              <a:ext uri="{FF2B5EF4-FFF2-40B4-BE49-F238E27FC236}">
                <a16:creationId xmlns:a16="http://schemas.microsoft.com/office/drawing/2014/main" id="{9A0CE323-4A05-4473-8385-856D0A91D26E}"/>
              </a:ext>
            </a:extLst>
          </p:cNvPr>
          <p:cNvSpPr>
            <a:spLocks noChangeAspect="1" noChangeArrowheads="1"/>
          </p:cNvSpPr>
          <p:nvPr/>
        </p:nvSpPr>
        <p:spPr bwMode="auto">
          <a:xfrm>
            <a:off x="154781" y="-13716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1" name="AutoShape 13" descr="Students can manually mark this item complete: The KGB, The Computer, and Me (Clifford Stoll: The Cuckoo's Egg)">
            <a:extLst>
              <a:ext uri="{FF2B5EF4-FFF2-40B4-BE49-F238E27FC236}">
                <a16:creationId xmlns:a16="http://schemas.microsoft.com/office/drawing/2014/main" id="{CF8DE55A-F65C-450D-8E1B-D1AB35D716B6}"/>
              </a:ext>
            </a:extLst>
          </p:cNvPr>
          <p:cNvSpPr>
            <a:spLocks noChangeAspect="1" noChangeArrowheads="1"/>
          </p:cNvSpPr>
          <p:nvPr/>
        </p:nvSpPr>
        <p:spPr bwMode="auto">
          <a:xfrm>
            <a:off x="95250" y="-74295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2" name="AutoShape 14">
            <a:hlinkClick r:id="rId3"/>
            <a:extLst>
              <a:ext uri="{FF2B5EF4-FFF2-40B4-BE49-F238E27FC236}">
                <a16:creationId xmlns:a16="http://schemas.microsoft.com/office/drawing/2014/main" id="{A8707208-4119-4B70-9512-42CAF78AE280}"/>
              </a:ext>
            </a:extLst>
          </p:cNvPr>
          <p:cNvSpPr>
            <a:spLocks noChangeAspect="1" noChangeArrowheads="1"/>
          </p:cNvSpPr>
          <p:nvPr/>
        </p:nvSpPr>
        <p:spPr bwMode="auto">
          <a:xfrm>
            <a:off x="154781" y="-5262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3" name="AutoShape 15" descr="Students can manually mark this item complete: Chaos Computer Club - Web Site">
            <a:extLst>
              <a:ext uri="{FF2B5EF4-FFF2-40B4-BE49-F238E27FC236}">
                <a16:creationId xmlns:a16="http://schemas.microsoft.com/office/drawing/2014/main" id="{9AA5BB89-1B5C-4923-A24C-09A239E3DC8C}"/>
              </a:ext>
            </a:extLst>
          </p:cNvPr>
          <p:cNvSpPr>
            <a:spLocks noChangeAspect="1" noChangeArrowheads="1"/>
          </p:cNvSpPr>
          <p:nvPr/>
        </p:nvSpPr>
        <p:spPr bwMode="auto">
          <a:xfrm>
            <a:off x="95250" y="959644"/>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4" name="AutoShape 17" descr="Students can manually mark this item complete: Mandiant APT 1 China Report (UNCLASSIFIED)">
            <a:extLst>
              <a:ext uri="{FF2B5EF4-FFF2-40B4-BE49-F238E27FC236}">
                <a16:creationId xmlns:a16="http://schemas.microsoft.com/office/drawing/2014/main" id="{56632639-B8EE-4E9C-8E66-97862C82F490}"/>
              </a:ext>
            </a:extLst>
          </p:cNvPr>
          <p:cNvSpPr>
            <a:spLocks noChangeAspect="1" noChangeArrowheads="1"/>
          </p:cNvSpPr>
          <p:nvPr/>
        </p:nvSpPr>
        <p:spPr bwMode="auto">
          <a:xfrm>
            <a:off x="95250" y="1794272"/>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5" name="AutoShape 18">
            <a:hlinkClick r:id="rId4"/>
            <a:extLst>
              <a:ext uri="{FF2B5EF4-FFF2-40B4-BE49-F238E27FC236}">
                <a16:creationId xmlns:a16="http://schemas.microsoft.com/office/drawing/2014/main" id="{65534258-7773-46D0-B9A2-A4A3F83A7867}"/>
              </a:ext>
            </a:extLst>
          </p:cNvPr>
          <p:cNvSpPr>
            <a:spLocks noChangeAspect="1" noChangeArrowheads="1"/>
          </p:cNvSpPr>
          <p:nvPr/>
        </p:nvSpPr>
        <p:spPr bwMode="auto">
          <a:xfrm>
            <a:off x="154781" y="20121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5" name="TextBox 4">
            <a:extLst>
              <a:ext uri="{FF2B5EF4-FFF2-40B4-BE49-F238E27FC236}">
                <a16:creationId xmlns:a16="http://schemas.microsoft.com/office/drawing/2014/main" id="{11852893-27F0-4BAA-897C-97FF7555122F}"/>
              </a:ext>
            </a:extLst>
          </p:cNvPr>
          <p:cNvSpPr txBox="1"/>
          <p:nvPr/>
        </p:nvSpPr>
        <p:spPr>
          <a:xfrm>
            <a:off x="627139" y="1843088"/>
            <a:ext cx="8000226" cy="3093154"/>
          </a:xfrm>
          <a:prstGeom prst="rect">
            <a:avLst/>
          </a:prstGeom>
          <a:noFill/>
        </p:spPr>
        <p:txBody>
          <a:bodyPr wrap="square" rtlCol="0">
            <a:spAutoFit/>
          </a:bodyPr>
          <a:lstStyle/>
          <a:p>
            <a:pPr algn="l"/>
            <a:r>
              <a:rPr lang="en-US" sz="1500" b="0" dirty="0">
                <a:solidFill>
                  <a:srgbClr val="000000"/>
                </a:solidFill>
                <a:latin typeface="+mn-lt"/>
              </a:rPr>
              <a:t>Situation — you're a newly hired cyber threat intelligence officer who has been assigned to work for a US government agency in Washington DC. You have initial analyst training and have been assigned to work in a section dealing with cyber threats. </a:t>
            </a:r>
          </a:p>
          <a:p>
            <a:pPr algn="l"/>
            <a:endParaRPr lang="en-US" sz="1500" b="0" dirty="0">
              <a:solidFill>
                <a:srgbClr val="000000"/>
              </a:solidFill>
              <a:latin typeface="+mn-lt"/>
            </a:endParaRPr>
          </a:p>
          <a:p>
            <a:pPr algn="l"/>
            <a:r>
              <a:rPr lang="en-US" sz="1500" b="0" dirty="0">
                <a:solidFill>
                  <a:srgbClr val="000000"/>
                </a:solidFill>
                <a:latin typeface="+mn-lt"/>
              </a:rPr>
              <a:t>Your supervisor Susan — comes your office and welcomes you to her cyber threat intelligence cell. </a:t>
            </a:r>
          </a:p>
          <a:p>
            <a:pPr algn="l"/>
            <a:endParaRPr lang="en-US" sz="1500" b="0" dirty="0">
              <a:solidFill>
                <a:srgbClr val="000000"/>
              </a:solidFill>
              <a:latin typeface="+mn-lt"/>
            </a:endParaRPr>
          </a:p>
          <a:p>
            <a:pPr algn="l"/>
            <a:r>
              <a:rPr lang="en-US" sz="1500" b="0" dirty="0">
                <a:solidFill>
                  <a:srgbClr val="000000"/>
                </a:solidFill>
                <a:latin typeface="+mn-lt"/>
              </a:rPr>
              <a:t>She starts — "I have an initial assignment for you to complete there is some unclassified open-source intelligence materials that I would like you to read and analyze, I want you to prepare a PowerPoint presentation for an information reaching using the OODA framework. I would like you to recommend one action that we need to consider in our cyber threat cell - for example do we need to focus additional collection resources on information contained in this material."</a:t>
            </a:r>
          </a:p>
        </p:txBody>
      </p:sp>
    </p:spTree>
    <p:extLst>
      <p:ext uri="{BB962C8B-B14F-4D97-AF65-F5344CB8AC3E}">
        <p14:creationId xmlns:p14="http://schemas.microsoft.com/office/powerpoint/2010/main" val="75319510"/>
      </p:ext>
    </p:extLst>
  </p:cSld>
  <p:clrMapOvr>
    <a:masterClrMapping/>
  </p:clrMapOvr>
  <mc:AlternateContent xmlns:mc="http://schemas.openxmlformats.org/markup-compatibility/2006" xmlns:p14="http://schemas.microsoft.com/office/powerpoint/2010/main">
    <mc:Choice Requires="p14">
      <p:transition spd="slow" p14:dur="2000" advTm="40435">
        <p14:prism isContent="1"/>
      </p:transition>
    </mc:Choice>
    <mc:Fallback xmlns="">
      <p:transition spd="slow" advTm="40435">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28364-3C97-48A7-A33C-DE2524EE0A94}"/>
              </a:ext>
            </a:extLst>
          </p:cNvPr>
          <p:cNvSpPr>
            <a:spLocks noGrp="1"/>
          </p:cNvSpPr>
          <p:nvPr>
            <p:ph type="title"/>
          </p:nvPr>
        </p:nvSpPr>
        <p:spPr/>
        <p:txBody>
          <a:bodyPr>
            <a:normAutofit/>
          </a:bodyPr>
          <a:lstStyle/>
          <a:p>
            <a:r>
              <a:rPr lang="en-US" dirty="0"/>
              <a:t>Class Assignment</a:t>
            </a:r>
          </a:p>
        </p:txBody>
      </p:sp>
      <p:sp>
        <p:nvSpPr>
          <p:cNvPr id="4" name="Slide Number Placeholder 3">
            <a:extLst>
              <a:ext uri="{FF2B5EF4-FFF2-40B4-BE49-F238E27FC236}">
                <a16:creationId xmlns:a16="http://schemas.microsoft.com/office/drawing/2014/main" id="{0C8C3CA1-CCAA-4678-84BA-CB9D99C1AD3B}"/>
              </a:ext>
            </a:extLst>
          </p:cNvPr>
          <p:cNvSpPr>
            <a:spLocks noGrp="1"/>
          </p:cNvSpPr>
          <p:nvPr>
            <p:ph type="sldNum" sz="quarter" idx="10"/>
          </p:nvPr>
        </p:nvSpPr>
        <p:spPr>
          <a:xfrm>
            <a:off x="8365201" y="6585814"/>
            <a:ext cx="222814" cy="222173"/>
          </a:xfrm>
        </p:spPr>
        <p:txBody>
          <a:bodyPr/>
          <a:lstStyle/>
          <a:p>
            <a:fld id="{3A4F6043-7A67-491B-98BC-F933DED7226D}" type="slidenum">
              <a:rPr lang="en-US" smtClean="0"/>
              <a:pPr/>
              <a:t>11</a:t>
            </a:fld>
            <a:endParaRPr lang="en-US" dirty="0"/>
          </a:p>
        </p:txBody>
      </p:sp>
      <p:sp>
        <p:nvSpPr>
          <p:cNvPr id="9" name="Content Placeholder 5">
            <a:extLst>
              <a:ext uri="{FF2B5EF4-FFF2-40B4-BE49-F238E27FC236}">
                <a16:creationId xmlns:a16="http://schemas.microsoft.com/office/drawing/2014/main" id="{AC7F1095-2AE7-47DB-A502-B63A8ABC5290}"/>
              </a:ext>
            </a:extLst>
          </p:cNvPr>
          <p:cNvSpPr txBox="1">
            <a:spLocks/>
          </p:cNvSpPr>
          <p:nvPr/>
        </p:nvSpPr>
        <p:spPr>
          <a:xfrm>
            <a:off x="429769" y="2050257"/>
            <a:ext cx="8197595" cy="3445300"/>
          </a:xfrm>
          <a:prstGeom prst="rect">
            <a:avLst/>
          </a:prstGeom>
        </p:spPr>
        <p:txBody>
          <a:bodyPr vert="horz" lIns="68580" tIns="34290" rIns="68580" bIns="34290" rtlCol="0">
            <a:normAutofit/>
          </a:bodyPr>
          <a:lstStyle>
            <a:lvl1pPr marL="228600" indent="-228600" algn="l" defTabSz="914400" rtl="0" eaLnBrk="1" latinLnBrk="0" hangingPunct="1">
              <a:lnSpc>
                <a:spcPts val="28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ts val="28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ts val="28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ts val="28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4pPr>
            <a:lvl5pPr marL="2057400" indent="-228600" algn="l" defTabSz="914400" rtl="0" eaLnBrk="1" latinLnBrk="0" hangingPunct="1">
              <a:lnSpc>
                <a:spcPts val="28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3000" dirty="0"/>
          </a:p>
          <a:p>
            <a:pPr marL="0" indent="0">
              <a:buNone/>
            </a:pPr>
            <a:endParaRPr lang="en-US" sz="1800" dirty="0"/>
          </a:p>
        </p:txBody>
      </p:sp>
      <p:sp>
        <p:nvSpPr>
          <p:cNvPr id="20" name="AutoShape 12">
            <a:hlinkClick r:id="rId2"/>
            <a:extLst>
              <a:ext uri="{FF2B5EF4-FFF2-40B4-BE49-F238E27FC236}">
                <a16:creationId xmlns:a16="http://schemas.microsoft.com/office/drawing/2014/main" id="{9A0CE323-4A05-4473-8385-856D0A91D26E}"/>
              </a:ext>
            </a:extLst>
          </p:cNvPr>
          <p:cNvSpPr>
            <a:spLocks noChangeAspect="1" noChangeArrowheads="1"/>
          </p:cNvSpPr>
          <p:nvPr/>
        </p:nvSpPr>
        <p:spPr bwMode="auto">
          <a:xfrm>
            <a:off x="154781" y="-137160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1" name="AutoShape 13" descr="Students can manually mark this item complete: The KGB, The Computer, and Me (Clifford Stoll: The Cuckoo's Egg)">
            <a:extLst>
              <a:ext uri="{FF2B5EF4-FFF2-40B4-BE49-F238E27FC236}">
                <a16:creationId xmlns:a16="http://schemas.microsoft.com/office/drawing/2014/main" id="{CF8DE55A-F65C-450D-8E1B-D1AB35D716B6}"/>
              </a:ext>
            </a:extLst>
          </p:cNvPr>
          <p:cNvSpPr>
            <a:spLocks noChangeAspect="1" noChangeArrowheads="1"/>
          </p:cNvSpPr>
          <p:nvPr/>
        </p:nvSpPr>
        <p:spPr bwMode="auto">
          <a:xfrm>
            <a:off x="95250" y="-742950"/>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2" name="AutoShape 14">
            <a:hlinkClick r:id="rId3"/>
            <a:extLst>
              <a:ext uri="{FF2B5EF4-FFF2-40B4-BE49-F238E27FC236}">
                <a16:creationId xmlns:a16="http://schemas.microsoft.com/office/drawing/2014/main" id="{A8707208-4119-4B70-9512-42CAF78AE280}"/>
              </a:ext>
            </a:extLst>
          </p:cNvPr>
          <p:cNvSpPr>
            <a:spLocks noChangeAspect="1" noChangeArrowheads="1"/>
          </p:cNvSpPr>
          <p:nvPr/>
        </p:nvSpPr>
        <p:spPr bwMode="auto">
          <a:xfrm>
            <a:off x="154781" y="-5262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3" name="AutoShape 15" descr="Students can manually mark this item complete: Chaos Computer Club - Web Site">
            <a:extLst>
              <a:ext uri="{FF2B5EF4-FFF2-40B4-BE49-F238E27FC236}">
                <a16:creationId xmlns:a16="http://schemas.microsoft.com/office/drawing/2014/main" id="{9AA5BB89-1B5C-4923-A24C-09A239E3DC8C}"/>
              </a:ext>
            </a:extLst>
          </p:cNvPr>
          <p:cNvSpPr>
            <a:spLocks noChangeAspect="1" noChangeArrowheads="1"/>
          </p:cNvSpPr>
          <p:nvPr/>
        </p:nvSpPr>
        <p:spPr bwMode="auto">
          <a:xfrm>
            <a:off x="95250" y="959644"/>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4" name="AutoShape 17" descr="Students can manually mark this item complete: Mandiant APT 1 China Report (UNCLASSIFIED)">
            <a:extLst>
              <a:ext uri="{FF2B5EF4-FFF2-40B4-BE49-F238E27FC236}">
                <a16:creationId xmlns:a16="http://schemas.microsoft.com/office/drawing/2014/main" id="{56632639-B8EE-4E9C-8E66-97862C82F490}"/>
              </a:ext>
            </a:extLst>
          </p:cNvPr>
          <p:cNvSpPr>
            <a:spLocks noChangeAspect="1" noChangeArrowheads="1"/>
          </p:cNvSpPr>
          <p:nvPr/>
        </p:nvSpPr>
        <p:spPr bwMode="auto">
          <a:xfrm>
            <a:off x="95250" y="1794272"/>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25" name="AutoShape 18">
            <a:hlinkClick r:id="rId4"/>
            <a:extLst>
              <a:ext uri="{FF2B5EF4-FFF2-40B4-BE49-F238E27FC236}">
                <a16:creationId xmlns:a16="http://schemas.microsoft.com/office/drawing/2014/main" id="{65534258-7773-46D0-B9A2-A4A3F83A7867}"/>
              </a:ext>
            </a:extLst>
          </p:cNvPr>
          <p:cNvSpPr>
            <a:spLocks noChangeAspect="1" noChangeArrowheads="1"/>
          </p:cNvSpPr>
          <p:nvPr/>
        </p:nvSpPr>
        <p:spPr bwMode="auto">
          <a:xfrm>
            <a:off x="154781" y="2012156"/>
            <a:ext cx="2286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800" dirty="0"/>
          </a:p>
        </p:txBody>
      </p:sp>
      <p:sp>
        <p:nvSpPr>
          <p:cNvPr id="5" name="TextBox 4">
            <a:extLst>
              <a:ext uri="{FF2B5EF4-FFF2-40B4-BE49-F238E27FC236}">
                <a16:creationId xmlns:a16="http://schemas.microsoft.com/office/drawing/2014/main" id="{B39B2F3C-6CEA-45D9-81A6-F1B392116F69}"/>
              </a:ext>
            </a:extLst>
          </p:cNvPr>
          <p:cNvSpPr txBox="1"/>
          <p:nvPr/>
        </p:nvSpPr>
        <p:spPr>
          <a:xfrm>
            <a:off x="388167" y="1282258"/>
            <a:ext cx="8280797" cy="3970318"/>
          </a:xfrm>
          <a:prstGeom prst="rect">
            <a:avLst/>
          </a:prstGeom>
          <a:noFill/>
        </p:spPr>
        <p:txBody>
          <a:bodyPr wrap="square" rtlCol="0">
            <a:spAutoFit/>
          </a:bodyPr>
          <a:lstStyle/>
          <a:p>
            <a:pPr marL="385763" indent="-385763" algn="l">
              <a:buFont typeface="+mj-lt"/>
              <a:buAutoNum type="arabicPeriod"/>
            </a:pPr>
            <a:r>
              <a:rPr lang="en-US" sz="2100" b="0" dirty="0">
                <a:latin typeface="+mn-lt"/>
              </a:rPr>
              <a:t>Read the materials that have been posted on the weekly session plan. Reflectively consider the information, think about who, what, when, where and how -  and prepare an OODA analysis. </a:t>
            </a:r>
          </a:p>
          <a:p>
            <a:pPr marL="385763" indent="-385763" algn="l">
              <a:buFont typeface="+mj-lt"/>
              <a:buAutoNum type="arabicPeriod"/>
            </a:pPr>
            <a:endParaRPr lang="en-US" sz="2100" b="0" dirty="0">
              <a:latin typeface="+mn-lt"/>
            </a:endParaRPr>
          </a:p>
          <a:p>
            <a:pPr marL="385763" indent="-385763" algn="l">
              <a:buFont typeface="+mj-lt"/>
              <a:buAutoNum type="arabicPeriod"/>
            </a:pPr>
            <a:r>
              <a:rPr lang="en-US" sz="2100" b="0" dirty="0">
                <a:latin typeface="+mn-lt"/>
              </a:rPr>
              <a:t>Use </a:t>
            </a:r>
            <a:r>
              <a:rPr lang="en-US" sz="2100" b="0" u="sng" dirty="0">
                <a:latin typeface="+mn-lt"/>
              </a:rPr>
              <a:t>Microsoft PowerPoint and narrate your OODA analysis </a:t>
            </a:r>
            <a:r>
              <a:rPr lang="en-US" sz="2100" b="0" dirty="0">
                <a:latin typeface="+mn-lt"/>
              </a:rPr>
              <a:t>and you will attach this to your weekly quiz when asked by a particular question you'll simply upload your analysis in response to the respective question.</a:t>
            </a:r>
          </a:p>
          <a:p>
            <a:pPr marL="385763" indent="-385763" algn="l">
              <a:buFont typeface="+mj-lt"/>
              <a:buAutoNum type="arabicPeriod"/>
            </a:pPr>
            <a:endParaRPr lang="en-US" sz="2100" b="0" dirty="0">
              <a:latin typeface="+mn-lt"/>
            </a:endParaRPr>
          </a:p>
          <a:p>
            <a:pPr marL="385763" indent="-385763" algn="l">
              <a:buFont typeface="+mj-lt"/>
              <a:buAutoNum type="arabicPeriod"/>
            </a:pPr>
            <a:r>
              <a:rPr lang="en-US" sz="2100" b="0" dirty="0">
                <a:latin typeface="+mn-lt"/>
              </a:rPr>
              <a:t>Note that for this week’s quiz you will have three hours to complete the 12-question quiz. You may wish to start your OODA before the quiz opens.</a:t>
            </a:r>
          </a:p>
        </p:txBody>
      </p:sp>
    </p:spTree>
    <p:extLst>
      <p:ext uri="{BB962C8B-B14F-4D97-AF65-F5344CB8AC3E}">
        <p14:creationId xmlns:p14="http://schemas.microsoft.com/office/powerpoint/2010/main" val="3696380197"/>
      </p:ext>
    </p:extLst>
  </p:cSld>
  <p:clrMapOvr>
    <a:masterClrMapping/>
  </p:clrMapOvr>
  <mc:AlternateContent xmlns:mc="http://schemas.openxmlformats.org/markup-compatibility/2006" xmlns:p14="http://schemas.microsoft.com/office/powerpoint/2010/main">
    <mc:Choice Requires="p14">
      <p:transition spd="slow" p14:dur="2000" advTm="37533">
        <p14:prism isContent="1"/>
      </p:transition>
    </mc:Choice>
    <mc:Fallback xmlns="">
      <p:transition spd="slow" advTm="37533">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FB4C3-6DB7-4F47-AE60-D7840F9E9ACF}"/>
              </a:ext>
            </a:extLst>
          </p:cNvPr>
          <p:cNvSpPr>
            <a:spLocks noGrp="1"/>
          </p:cNvSpPr>
          <p:nvPr>
            <p:ph type="title"/>
          </p:nvPr>
        </p:nvSpPr>
        <p:spPr/>
        <p:txBody>
          <a:bodyPr/>
          <a:lstStyle/>
          <a:p>
            <a:r>
              <a:rPr lang="en-US" dirty="0"/>
              <a:t>Class Review</a:t>
            </a:r>
          </a:p>
        </p:txBody>
      </p:sp>
      <p:sp>
        <p:nvSpPr>
          <p:cNvPr id="3" name="Content Placeholder 2">
            <a:extLst>
              <a:ext uri="{FF2B5EF4-FFF2-40B4-BE49-F238E27FC236}">
                <a16:creationId xmlns:a16="http://schemas.microsoft.com/office/drawing/2014/main" id="{681ECF7E-D9FC-467D-BB33-316F2BF05093}"/>
              </a:ext>
            </a:extLst>
          </p:cNvPr>
          <p:cNvSpPr>
            <a:spLocks noGrp="1"/>
          </p:cNvSpPr>
          <p:nvPr>
            <p:ph idx="1"/>
          </p:nvPr>
        </p:nvSpPr>
        <p:spPr>
          <a:xfrm>
            <a:off x="457201" y="1219201"/>
            <a:ext cx="8305799" cy="4356410"/>
          </a:xfrm>
        </p:spPr>
        <p:txBody>
          <a:bodyPr>
            <a:noAutofit/>
          </a:bodyPr>
          <a:lstStyle/>
          <a:p>
            <a:pPr marL="342900" indent="-342900">
              <a:buFont typeface="+mj-lt"/>
              <a:buAutoNum type="arabicPeriod"/>
            </a:pPr>
            <a:r>
              <a:rPr lang="en-US" sz="2000" dirty="0"/>
              <a:t>SOW for week was posed</a:t>
            </a:r>
          </a:p>
          <a:p>
            <a:pPr marL="342900" indent="-342900">
              <a:buFont typeface="+mj-lt"/>
              <a:buAutoNum type="arabicPeriod"/>
            </a:pPr>
            <a:r>
              <a:rPr lang="en-US" sz="2000" dirty="0"/>
              <a:t>Concepts – introduced these in relation to the syllabus and the assigned reading</a:t>
            </a:r>
          </a:p>
          <a:p>
            <a:pPr marL="342900" indent="-342900">
              <a:buFont typeface="+mj-lt"/>
              <a:buAutoNum type="arabicPeriod"/>
            </a:pPr>
            <a:r>
              <a:rPr lang="en-US" sz="2000" dirty="0"/>
              <a:t>Posed questions for reading and reflection – (in week’s quiz – numbers and time)</a:t>
            </a:r>
          </a:p>
          <a:p>
            <a:pPr marL="342900" indent="-342900">
              <a:buFont typeface="+mj-lt"/>
              <a:buAutoNum type="arabicPeriod"/>
            </a:pPr>
            <a:r>
              <a:rPr lang="en-US" sz="2000" dirty="0"/>
              <a:t>Weekly Quiz – complete this before next week class – everything in quizzes are open book, notes and is </a:t>
            </a:r>
            <a:r>
              <a:rPr lang="en-US" sz="2000" u="sng" dirty="0"/>
              <a:t>timed (3 hours)</a:t>
            </a:r>
            <a:r>
              <a:rPr lang="en-US" sz="2000" dirty="0"/>
              <a:t>. </a:t>
            </a:r>
          </a:p>
          <a:p>
            <a:pPr marL="342900" indent="-342900">
              <a:buFont typeface="+mj-lt"/>
              <a:buAutoNum type="arabicPeriod"/>
            </a:pPr>
            <a:r>
              <a:rPr lang="en-US" sz="2000" u="dbl" dirty="0">
                <a:solidFill>
                  <a:srgbClr val="FF0000"/>
                </a:solidFill>
              </a:rPr>
              <a:t>Notice about the week’s quiz </a:t>
            </a:r>
            <a:r>
              <a:rPr lang="en-US" sz="2000" dirty="0">
                <a:solidFill>
                  <a:srgbClr val="FF0000"/>
                </a:solidFill>
              </a:rPr>
              <a:t>– ~ 12 random short responses and essay questions – some critical thinking - essay – plan your time – </a:t>
            </a:r>
            <a:r>
              <a:rPr lang="en-US" sz="2000" i="1" u="sng" dirty="0">
                <a:solidFill>
                  <a:srgbClr val="FF0000"/>
                </a:solidFill>
              </a:rPr>
              <a:t>3 hours</a:t>
            </a:r>
          </a:p>
        </p:txBody>
      </p:sp>
      <p:sp>
        <p:nvSpPr>
          <p:cNvPr id="4" name="Slide Number Placeholder 3">
            <a:extLst>
              <a:ext uri="{FF2B5EF4-FFF2-40B4-BE49-F238E27FC236}">
                <a16:creationId xmlns:a16="http://schemas.microsoft.com/office/drawing/2014/main" id="{DB8BC112-8098-45E2-B530-701F521BE6C1}"/>
              </a:ext>
            </a:extLst>
          </p:cNvPr>
          <p:cNvSpPr>
            <a:spLocks noGrp="1"/>
          </p:cNvSpPr>
          <p:nvPr>
            <p:ph type="sldNum" sz="quarter" idx="10"/>
          </p:nvPr>
        </p:nvSpPr>
        <p:spPr>
          <a:xfrm>
            <a:off x="8365201" y="6585814"/>
            <a:ext cx="222814" cy="222173"/>
          </a:xfrm>
        </p:spPr>
        <p:txBody>
          <a:bodyPr/>
          <a:lstStyle/>
          <a:p>
            <a:fld id="{3A4F6043-7A67-491B-98BC-F933DED7226D}" type="slidenum">
              <a:rPr lang="en-US" smtClean="0"/>
              <a:pPr/>
              <a:t>12</a:t>
            </a:fld>
            <a:endParaRPr lang="en-US" dirty="0"/>
          </a:p>
        </p:txBody>
      </p:sp>
      <p:sp>
        <p:nvSpPr>
          <p:cNvPr id="6" name="TextBox 5">
            <a:extLst>
              <a:ext uri="{FF2B5EF4-FFF2-40B4-BE49-F238E27FC236}">
                <a16:creationId xmlns:a16="http://schemas.microsoft.com/office/drawing/2014/main" id="{1BD58E4B-4AE6-1E46-96DE-4EE7D55BEE52}"/>
              </a:ext>
            </a:extLst>
          </p:cNvPr>
          <p:cNvSpPr txBox="1"/>
          <p:nvPr/>
        </p:nvSpPr>
        <p:spPr>
          <a:xfrm>
            <a:off x="1387634" y="6189742"/>
            <a:ext cx="6368731"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584200" fontAlgn="auto">
              <a:spcBef>
                <a:spcPts val="0"/>
              </a:spcBef>
              <a:spcAft>
                <a:spcPts val="0"/>
              </a:spcAft>
            </a:pPr>
            <a:r>
              <a:rPr lang="en-US" sz="1200" dirty="0">
                <a:solidFill>
                  <a:schemeClr val="bg1">
                    <a:lumMod val="50000"/>
                  </a:schemeClr>
                </a:solidFill>
              </a:rPr>
              <a:t>Acknowledgement: This slides are adapted based on the work of Dr. Larry </a:t>
            </a:r>
            <a:r>
              <a:rPr lang="en-US" sz="1200" dirty="0" err="1">
                <a:solidFill>
                  <a:schemeClr val="bg1">
                    <a:lumMod val="50000"/>
                  </a:schemeClr>
                </a:solidFill>
              </a:rPr>
              <a:t>Leibrock</a:t>
            </a:r>
            <a:r>
              <a:rPr lang="en-US" sz="1200" dirty="0">
                <a:solidFill>
                  <a:schemeClr val="bg1">
                    <a:lumMod val="50000"/>
                  </a:schemeClr>
                </a:solidFill>
              </a:rPr>
              <a:t>.</a:t>
            </a:r>
          </a:p>
        </p:txBody>
      </p:sp>
    </p:spTree>
    <p:extLst>
      <p:ext uri="{BB962C8B-B14F-4D97-AF65-F5344CB8AC3E}">
        <p14:creationId xmlns:p14="http://schemas.microsoft.com/office/powerpoint/2010/main" val="1453196156"/>
      </p:ext>
    </p:extLst>
  </p:cSld>
  <p:clrMapOvr>
    <a:masterClrMapping/>
  </p:clrMapOvr>
  <mc:AlternateContent xmlns:mc="http://schemas.openxmlformats.org/markup-compatibility/2006" xmlns:p14="http://schemas.microsoft.com/office/powerpoint/2010/main">
    <mc:Choice Requires="p14">
      <p:transition spd="slow" p14:dur="2000" advTm="25505">
        <p14:prism isContent="1"/>
      </p:transition>
    </mc:Choice>
    <mc:Fallback xmlns="">
      <p:transition spd="slow" advTm="25505">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33.8"/>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ISU_Them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ISU_Theme" id="{B0A98373-3098-D847-8A33-8D6777FEB3C2}" vid="{EEBA43D9-8200-9242-9552-E38BBC3C19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ISU_Theme</Template>
  <TotalTime>2407</TotalTime>
  <Words>1058</Words>
  <Application>Microsoft Macintosh PowerPoint</Application>
  <PresentationFormat>On-screen Show (4:3)</PresentationFormat>
  <Paragraphs>89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Batang</vt:lpstr>
      <vt:lpstr>Arial</vt:lpstr>
      <vt:lpstr>Calibri</vt:lpstr>
      <vt:lpstr>Helvetica Light</vt:lpstr>
      <vt:lpstr>Wingdings</vt:lpstr>
      <vt:lpstr>Wingdings 2</vt:lpstr>
      <vt:lpstr>ISU_Theme</vt:lpstr>
      <vt:lpstr>PowerPoint Presentation</vt:lpstr>
      <vt:lpstr>2020 Reported Russian Hacking Attacks</vt:lpstr>
      <vt:lpstr>SOW for the Week: complete the followings</vt:lpstr>
      <vt:lpstr>Overview of Weekly  Learning Effort</vt:lpstr>
      <vt:lpstr>Concept 1- Section 4.3-4 Execution &amp; Evaluation </vt:lpstr>
      <vt:lpstr>OODA Loop - A useful tool</vt:lpstr>
      <vt:lpstr>The OODA Loop  (Observe, Orient, Decide, Act)</vt:lpstr>
      <vt:lpstr>PowerPoint Presentation</vt:lpstr>
      <vt:lpstr>OODA CTI Template (7 slides)</vt:lpstr>
      <vt:lpstr>OODA – Analysis Scenario</vt:lpstr>
      <vt:lpstr>Class Assignment</vt:lpstr>
      <vt:lpstr>Class 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Threat Intelligence</dc:title>
  <dc:creator>larry</dc:creator>
  <cp:lastModifiedBy>Minhaz Zibran</cp:lastModifiedBy>
  <cp:revision>33</cp:revision>
  <dcterms:created xsi:type="dcterms:W3CDTF">2020-10-23T19:17:21Z</dcterms:created>
  <dcterms:modified xsi:type="dcterms:W3CDTF">2022-03-28T17:00:02Z</dcterms:modified>
</cp:coreProperties>
</file>