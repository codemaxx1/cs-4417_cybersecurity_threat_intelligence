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2"/>
  </p:notesMasterIdLst>
  <p:sldIdLst>
    <p:sldId id="284" r:id="rId2"/>
    <p:sldId id="273" r:id="rId3"/>
    <p:sldId id="281" r:id="rId4"/>
    <p:sldId id="272" r:id="rId5"/>
    <p:sldId id="258" r:id="rId6"/>
    <p:sldId id="268" r:id="rId7"/>
    <p:sldId id="282" r:id="rId8"/>
    <p:sldId id="259" r:id="rId9"/>
    <p:sldId id="283" r:id="rId10"/>
    <p:sldId id="266" r:id="rId11"/>
  </p:sldIdLst>
  <p:sldSz cx="9144000" cy="6858000" type="screen4x3"/>
  <p:notesSz cx="6858000" cy="9144000"/>
  <p:defaultTextStyle>
    <a:defPPr>
      <a:defRPr lang="en-US"/>
    </a:defPPr>
    <a:lvl1pPr algn="ctr" rtl="0" eaLnBrk="0" fontAlgn="base" hangingPunct="0">
      <a:spcBef>
        <a:spcPct val="0"/>
      </a:spcBef>
      <a:spcAft>
        <a:spcPct val="0"/>
      </a:spcAft>
      <a:defRPr sz="2400" b="1" kern="1200">
        <a:solidFill>
          <a:srgbClr val="00279F"/>
        </a:solidFill>
        <a:latin typeface="Batang" charset="-127"/>
        <a:ea typeface="ＭＳ Ｐゴシック" charset="-128"/>
        <a:cs typeface="+mn-cs"/>
      </a:defRPr>
    </a:lvl1pPr>
    <a:lvl2pPr marL="457200" algn="ctr" rtl="0" eaLnBrk="0" fontAlgn="base" hangingPunct="0">
      <a:spcBef>
        <a:spcPct val="0"/>
      </a:spcBef>
      <a:spcAft>
        <a:spcPct val="0"/>
      </a:spcAft>
      <a:defRPr sz="2400" b="1" kern="1200">
        <a:solidFill>
          <a:srgbClr val="00279F"/>
        </a:solidFill>
        <a:latin typeface="Batang" charset="-127"/>
        <a:ea typeface="ＭＳ Ｐゴシック" charset="-128"/>
        <a:cs typeface="+mn-cs"/>
      </a:defRPr>
    </a:lvl2pPr>
    <a:lvl3pPr marL="914400" algn="ctr" rtl="0" eaLnBrk="0" fontAlgn="base" hangingPunct="0">
      <a:spcBef>
        <a:spcPct val="0"/>
      </a:spcBef>
      <a:spcAft>
        <a:spcPct val="0"/>
      </a:spcAft>
      <a:defRPr sz="2400" b="1" kern="1200">
        <a:solidFill>
          <a:srgbClr val="00279F"/>
        </a:solidFill>
        <a:latin typeface="Batang" charset="-127"/>
        <a:ea typeface="ＭＳ Ｐゴシック" charset="-128"/>
        <a:cs typeface="+mn-cs"/>
      </a:defRPr>
    </a:lvl3pPr>
    <a:lvl4pPr marL="1371600" algn="ctr" rtl="0" eaLnBrk="0" fontAlgn="base" hangingPunct="0">
      <a:spcBef>
        <a:spcPct val="0"/>
      </a:spcBef>
      <a:spcAft>
        <a:spcPct val="0"/>
      </a:spcAft>
      <a:defRPr sz="2400" b="1" kern="1200">
        <a:solidFill>
          <a:srgbClr val="00279F"/>
        </a:solidFill>
        <a:latin typeface="Batang" charset="-127"/>
        <a:ea typeface="ＭＳ Ｐゴシック" charset="-128"/>
        <a:cs typeface="+mn-cs"/>
      </a:defRPr>
    </a:lvl4pPr>
    <a:lvl5pPr marL="1828800" algn="ctr" rtl="0" eaLnBrk="0" fontAlgn="base" hangingPunct="0">
      <a:spcBef>
        <a:spcPct val="0"/>
      </a:spcBef>
      <a:spcAft>
        <a:spcPct val="0"/>
      </a:spcAft>
      <a:defRPr sz="2400" b="1" kern="1200">
        <a:solidFill>
          <a:srgbClr val="00279F"/>
        </a:solidFill>
        <a:latin typeface="Batang" charset="-127"/>
        <a:ea typeface="ＭＳ Ｐゴシック" charset="-128"/>
        <a:cs typeface="+mn-cs"/>
      </a:defRPr>
    </a:lvl5pPr>
    <a:lvl6pPr marL="2286000" algn="l" defTabSz="914400" rtl="0" eaLnBrk="1" latinLnBrk="0" hangingPunct="1">
      <a:defRPr sz="2400" b="1" kern="1200">
        <a:solidFill>
          <a:srgbClr val="00279F"/>
        </a:solidFill>
        <a:latin typeface="Batang" charset="-127"/>
        <a:ea typeface="ＭＳ Ｐゴシック" charset="-128"/>
        <a:cs typeface="+mn-cs"/>
      </a:defRPr>
    </a:lvl6pPr>
    <a:lvl7pPr marL="2743200" algn="l" defTabSz="914400" rtl="0" eaLnBrk="1" latinLnBrk="0" hangingPunct="1">
      <a:defRPr sz="2400" b="1" kern="1200">
        <a:solidFill>
          <a:srgbClr val="00279F"/>
        </a:solidFill>
        <a:latin typeface="Batang" charset="-127"/>
        <a:ea typeface="ＭＳ Ｐゴシック" charset="-128"/>
        <a:cs typeface="+mn-cs"/>
      </a:defRPr>
    </a:lvl7pPr>
    <a:lvl8pPr marL="3200400" algn="l" defTabSz="914400" rtl="0" eaLnBrk="1" latinLnBrk="0" hangingPunct="1">
      <a:defRPr sz="2400" b="1" kern="1200">
        <a:solidFill>
          <a:srgbClr val="00279F"/>
        </a:solidFill>
        <a:latin typeface="Batang" charset="-127"/>
        <a:ea typeface="ＭＳ Ｐゴシック" charset="-128"/>
        <a:cs typeface="+mn-cs"/>
      </a:defRPr>
    </a:lvl8pPr>
    <a:lvl9pPr marL="3657600" algn="l" defTabSz="914400" rtl="0" eaLnBrk="1" latinLnBrk="0" hangingPunct="1">
      <a:defRPr sz="2400" b="1" kern="1200">
        <a:solidFill>
          <a:srgbClr val="00279F"/>
        </a:solidFill>
        <a:latin typeface="Batang" charset="-127"/>
        <a:ea typeface="ＭＳ Ｐゴシック" charset="-128"/>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5226" autoAdjust="0"/>
  </p:normalViewPr>
  <p:slideViewPr>
    <p:cSldViewPr snapToGrid="0">
      <p:cViewPr varScale="1">
        <p:scale>
          <a:sx n="105" d="100"/>
          <a:sy n="105" d="100"/>
        </p:scale>
        <p:origin x="100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F3D2E-DD71-4DB6-9B8F-7959ECBA41E0}" type="datetimeFigureOut">
              <a:rPr lang="en-US" smtClean="0"/>
              <a:t>3/13/22</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277314-8885-4E95-8F6B-1D3C6D964ED5}" type="slidenum">
              <a:rPr lang="en-US" smtClean="0"/>
              <a:t>‹#›</a:t>
            </a:fld>
            <a:endParaRPr lang="en-US" dirty="0"/>
          </a:p>
        </p:txBody>
      </p:sp>
    </p:spTree>
    <p:extLst>
      <p:ext uri="{BB962C8B-B14F-4D97-AF65-F5344CB8AC3E}">
        <p14:creationId xmlns:p14="http://schemas.microsoft.com/office/powerpoint/2010/main" val="1922633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5" name="Shape 15"/>
          <p:cNvSpPr>
            <a:spLocks noGrp="1"/>
          </p:cNvSpPr>
          <p:nvPr>
            <p:ph type="title"/>
          </p:nvPr>
        </p:nvSpPr>
        <p:spPr>
          <a:xfrm>
            <a:off x="892970" y="1151932"/>
            <a:ext cx="7358063" cy="2321719"/>
          </a:xfrm>
          <a:prstGeom prst="rect">
            <a:avLst/>
          </a:prstGeom>
        </p:spPr>
        <p:txBody>
          <a:bodyPr anchor="b"/>
          <a:lstStyle/>
          <a:p>
            <a:r>
              <a:rPr lang="en-US"/>
              <a:t>Click to edit Master title style</a:t>
            </a:r>
            <a:endParaRPr/>
          </a:p>
        </p:txBody>
      </p:sp>
      <p:sp>
        <p:nvSpPr>
          <p:cNvPr id="16" name="Shape 16"/>
          <p:cNvSpPr>
            <a:spLocks noGrp="1"/>
          </p:cNvSpPr>
          <p:nvPr>
            <p:ph type="body" sz="quarter" idx="1"/>
          </p:nvPr>
        </p:nvSpPr>
        <p:spPr>
          <a:xfrm>
            <a:off x="892970" y="3536156"/>
            <a:ext cx="7358063" cy="794742"/>
          </a:xfrm>
          <a:prstGeom prst="rect">
            <a:avLst/>
          </a:prstGeom>
        </p:spPr>
        <p:txBody>
          <a:bodyPr anchor="t"/>
          <a:lstStyle>
            <a:lvl1pPr marL="0" indent="0" algn="ctr">
              <a:spcBef>
                <a:spcPts val="0"/>
              </a:spcBef>
              <a:buSzTx/>
              <a:buNone/>
              <a:defRPr sz="1650"/>
            </a:lvl1pPr>
            <a:lvl2pPr marL="0" indent="120547" algn="ctr">
              <a:spcBef>
                <a:spcPts val="0"/>
              </a:spcBef>
              <a:buSzTx/>
              <a:buNone/>
              <a:defRPr sz="1650"/>
            </a:lvl2pPr>
            <a:lvl3pPr marL="0" indent="241093" algn="ctr">
              <a:spcBef>
                <a:spcPts val="0"/>
              </a:spcBef>
              <a:buSzTx/>
              <a:buNone/>
              <a:defRPr sz="1650"/>
            </a:lvl3pPr>
            <a:lvl4pPr marL="0" indent="361640" algn="ctr">
              <a:spcBef>
                <a:spcPts val="0"/>
              </a:spcBef>
              <a:buSzTx/>
              <a:buNone/>
              <a:defRPr sz="1650"/>
            </a:lvl4pPr>
            <a:lvl5pPr marL="0" indent="482186" algn="ctr">
              <a:spcBef>
                <a:spcPts val="0"/>
              </a:spcBef>
              <a:buSzTx/>
              <a:buNone/>
              <a:defRPr sz="16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7" name="Shape 17"/>
          <p:cNvSpPr>
            <a:spLocks noGrp="1"/>
          </p:cNvSpPr>
          <p:nvPr>
            <p:ph type="sldNum" sz="quarter" idx="2"/>
          </p:nvPr>
        </p:nvSpPr>
        <p:spPr>
          <a:xfrm>
            <a:off x="8309065" y="6585814"/>
            <a:ext cx="234035" cy="222173"/>
          </a:xfrm>
          <a:prstGeom prst="rect">
            <a:avLst/>
          </a:prstGeom>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62120738"/>
      </p:ext>
    </p:extLst>
  </p:cSld>
  <p:clrMapOvr>
    <a:masterClrMapping/>
  </p:clrMapOvr>
  <p:transition spd="med"/>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Photo - Horizontal">
    <p:spTree>
      <p:nvGrpSpPr>
        <p:cNvPr id="1" name=""/>
        <p:cNvGrpSpPr/>
        <p:nvPr/>
      </p:nvGrpSpPr>
      <p:grpSpPr>
        <a:xfrm>
          <a:off x="0" y="0"/>
          <a:ext cx="0" cy="0"/>
          <a:chOff x="0" y="0"/>
          <a:chExt cx="0" cy="0"/>
        </a:xfrm>
      </p:grpSpPr>
      <p:sp>
        <p:nvSpPr>
          <p:cNvPr id="24" name="Shape 24"/>
          <p:cNvSpPr>
            <a:spLocks noGrp="1"/>
          </p:cNvSpPr>
          <p:nvPr>
            <p:ph type="pic" idx="13"/>
          </p:nvPr>
        </p:nvSpPr>
        <p:spPr>
          <a:xfrm>
            <a:off x="1129607" y="446487"/>
            <a:ext cx="6875859" cy="4125515"/>
          </a:xfrm>
          <a:prstGeom prst="rect">
            <a:avLst/>
          </a:prstGeom>
        </p:spPr>
        <p:txBody>
          <a:bodyPr lIns="64291" tIns="32145" rIns="64291" bIns="32145" anchor="t">
            <a:noAutofit/>
          </a:bodyPr>
          <a:lstStyle/>
          <a:p>
            <a:r>
              <a:rPr lang="en-US"/>
              <a:t>Click icon to add picture</a:t>
            </a:r>
            <a:endParaRPr/>
          </a:p>
        </p:txBody>
      </p:sp>
      <p:sp>
        <p:nvSpPr>
          <p:cNvPr id="26" name="Shape 26"/>
          <p:cNvSpPr>
            <a:spLocks noGrp="1"/>
          </p:cNvSpPr>
          <p:nvPr>
            <p:ph type="body" sz="quarter" idx="1"/>
          </p:nvPr>
        </p:nvSpPr>
        <p:spPr>
          <a:xfrm>
            <a:off x="892970" y="4572000"/>
            <a:ext cx="7358063" cy="794742"/>
          </a:xfrm>
          <a:prstGeom prst="rect">
            <a:avLst/>
          </a:prstGeom>
        </p:spPr>
        <p:txBody>
          <a:bodyPr anchor="t"/>
          <a:lstStyle>
            <a:lvl1pPr marL="0" indent="0" algn="ctr">
              <a:spcBef>
                <a:spcPts val="0"/>
              </a:spcBef>
              <a:buSzTx/>
              <a:buNone/>
              <a:defRPr sz="1650"/>
            </a:lvl1pPr>
            <a:lvl2pPr marL="0" indent="120547" algn="ctr">
              <a:spcBef>
                <a:spcPts val="0"/>
              </a:spcBef>
              <a:buSzTx/>
              <a:buNone/>
              <a:defRPr sz="1650"/>
            </a:lvl2pPr>
            <a:lvl3pPr marL="0" indent="241093" algn="ctr">
              <a:spcBef>
                <a:spcPts val="0"/>
              </a:spcBef>
              <a:buSzTx/>
              <a:buNone/>
              <a:defRPr sz="1650"/>
            </a:lvl3pPr>
            <a:lvl4pPr marL="0" indent="361640" algn="ctr">
              <a:spcBef>
                <a:spcPts val="0"/>
              </a:spcBef>
              <a:buSzTx/>
              <a:buNone/>
              <a:defRPr sz="1650"/>
            </a:lvl4pPr>
            <a:lvl5pPr marL="0" indent="482186" algn="ctr">
              <a:spcBef>
                <a:spcPts val="0"/>
              </a:spcBef>
              <a:buSzTx/>
              <a:buNone/>
              <a:defRPr sz="16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27" name="Shape 27"/>
          <p:cNvSpPr>
            <a:spLocks noGrp="1"/>
          </p:cNvSpPr>
          <p:nvPr>
            <p:ph type="sldNum" sz="quarter" idx="2"/>
          </p:nvPr>
        </p:nvSpPr>
        <p:spPr>
          <a:xfrm>
            <a:off x="8232866" y="6585814"/>
            <a:ext cx="234035" cy="222173"/>
          </a:xfrm>
          <a:prstGeom prst="rect">
            <a:avLst/>
          </a:prstGeom>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281150459"/>
      </p:ext>
    </p:extLst>
  </p:cSld>
  <p:clrMapOvr>
    <a:masterClrMapping/>
  </p:clrMapOvr>
  <p:transition spd="med"/>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4" name="Shape 34"/>
          <p:cNvSpPr>
            <a:spLocks noGrp="1"/>
          </p:cNvSpPr>
          <p:nvPr>
            <p:ph type="title"/>
          </p:nvPr>
        </p:nvSpPr>
        <p:spPr>
          <a:xfrm>
            <a:off x="892970" y="2268143"/>
            <a:ext cx="7358063" cy="2321719"/>
          </a:xfrm>
          <a:prstGeom prst="rect">
            <a:avLst/>
          </a:prstGeom>
        </p:spPr>
        <p:txBody>
          <a:bodyPr/>
          <a:lstStyle/>
          <a:p>
            <a:r>
              <a:rPr lang="en-US"/>
              <a:t>Click to edit Master title style</a:t>
            </a:r>
            <a:endParaRPr/>
          </a:p>
        </p:txBody>
      </p:sp>
      <p:sp>
        <p:nvSpPr>
          <p:cNvPr id="35" name="Shape 35"/>
          <p:cNvSpPr>
            <a:spLocks noGrp="1"/>
          </p:cNvSpPr>
          <p:nvPr>
            <p:ph type="sldNum" sz="quarter" idx="2"/>
          </p:nvPr>
        </p:nvSpPr>
        <p:spPr>
          <a:xfrm>
            <a:off x="8369115" y="6588417"/>
            <a:ext cx="234035" cy="222173"/>
          </a:xfrm>
          <a:prstGeom prst="rect">
            <a:avLst/>
          </a:prstGeom>
        </p:spPr>
        <p:txBody>
          <a:bodyPr/>
          <a:lstStyle>
            <a:lvl1pPr>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302398356"/>
      </p:ext>
    </p:extLst>
  </p:cSld>
  <p:clrMapOvr>
    <a:masterClrMapping/>
  </p:clrMapOvr>
  <p:transition spd="med"/>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42" name="Shape 42"/>
          <p:cNvSpPr>
            <a:spLocks noGrp="1"/>
          </p:cNvSpPr>
          <p:nvPr>
            <p:ph type="pic" sz="half" idx="13"/>
          </p:nvPr>
        </p:nvSpPr>
        <p:spPr>
          <a:xfrm>
            <a:off x="4723806" y="446484"/>
            <a:ext cx="3750469" cy="5786438"/>
          </a:xfrm>
          <a:prstGeom prst="rect">
            <a:avLst/>
          </a:prstGeom>
        </p:spPr>
        <p:txBody>
          <a:bodyPr lIns="64291" tIns="32145" rIns="64291" bIns="32145" anchor="t">
            <a:noAutofit/>
          </a:bodyPr>
          <a:lstStyle/>
          <a:p>
            <a:r>
              <a:rPr lang="en-US"/>
              <a:t>Click icon to add picture</a:t>
            </a:r>
            <a:endParaRPr/>
          </a:p>
        </p:txBody>
      </p:sp>
      <p:sp>
        <p:nvSpPr>
          <p:cNvPr id="43" name="Shape 43"/>
          <p:cNvSpPr>
            <a:spLocks noGrp="1"/>
          </p:cNvSpPr>
          <p:nvPr>
            <p:ph type="title"/>
          </p:nvPr>
        </p:nvSpPr>
        <p:spPr>
          <a:xfrm>
            <a:off x="669727" y="446484"/>
            <a:ext cx="3750469" cy="2803922"/>
          </a:xfrm>
          <a:prstGeom prst="rect">
            <a:avLst/>
          </a:prstGeom>
        </p:spPr>
        <p:txBody>
          <a:bodyPr anchor="b"/>
          <a:lstStyle>
            <a:lvl1pPr>
              <a:defRPr sz="3150"/>
            </a:lvl1pPr>
          </a:lstStyle>
          <a:p>
            <a:r>
              <a:rPr lang="en-US"/>
              <a:t>Click to edit Master title style</a:t>
            </a:r>
            <a:endParaRPr/>
          </a:p>
        </p:txBody>
      </p:sp>
      <p:sp>
        <p:nvSpPr>
          <p:cNvPr id="44" name="Shape 44"/>
          <p:cNvSpPr>
            <a:spLocks noGrp="1"/>
          </p:cNvSpPr>
          <p:nvPr>
            <p:ph type="body" sz="quarter" idx="1"/>
          </p:nvPr>
        </p:nvSpPr>
        <p:spPr>
          <a:xfrm>
            <a:off x="669727" y="3348635"/>
            <a:ext cx="3750469" cy="2884289"/>
          </a:xfrm>
          <a:prstGeom prst="rect">
            <a:avLst/>
          </a:prstGeom>
        </p:spPr>
        <p:txBody>
          <a:bodyPr anchor="t"/>
          <a:lstStyle>
            <a:lvl1pPr marL="0" indent="0" algn="ctr">
              <a:spcBef>
                <a:spcPts val="0"/>
              </a:spcBef>
              <a:buSzTx/>
              <a:buNone/>
              <a:defRPr sz="1650"/>
            </a:lvl1pPr>
            <a:lvl2pPr marL="0" indent="120547" algn="ctr">
              <a:spcBef>
                <a:spcPts val="0"/>
              </a:spcBef>
              <a:buSzTx/>
              <a:buNone/>
              <a:defRPr sz="1650"/>
            </a:lvl2pPr>
            <a:lvl3pPr marL="0" indent="241093" algn="ctr">
              <a:spcBef>
                <a:spcPts val="0"/>
              </a:spcBef>
              <a:buSzTx/>
              <a:buNone/>
              <a:defRPr sz="1650"/>
            </a:lvl3pPr>
            <a:lvl4pPr marL="0" indent="361640" algn="ctr">
              <a:spcBef>
                <a:spcPts val="0"/>
              </a:spcBef>
              <a:buSzTx/>
              <a:buNone/>
              <a:defRPr sz="1650"/>
            </a:lvl4pPr>
            <a:lvl5pPr marL="0" indent="482186" algn="ctr">
              <a:spcBef>
                <a:spcPts val="0"/>
              </a:spcBef>
              <a:buSzTx/>
              <a:buNone/>
              <a:defRPr sz="16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5" name="Shape 45"/>
          <p:cNvSpPr>
            <a:spLocks noGrp="1"/>
          </p:cNvSpPr>
          <p:nvPr>
            <p:ph type="sldNum" sz="quarter" idx="2"/>
          </p:nvPr>
        </p:nvSpPr>
        <p:spPr>
          <a:xfrm>
            <a:off x="8309065" y="6585814"/>
            <a:ext cx="234035" cy="222173"/>
          </a:xfrm>
          <a:prstGeom prst="rect">
            <a:avLst/>
          </a:prstGeom>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715746960"/>
      </p:ext>
    </p:extLst>
  </p:cSld>
  <p:clrMapOvr>
    <a:masterClrMapping/>
  </p:clrMapOvr>
  <p:transition spd="med"/>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Shape 52"/>
          <p:cNvSpPr>
            <a:spLocks noGrp="1"/>
          </p:cNvSpPr>
          <p:nvPr>
            <p:ph type="title"/>
          </p:nvPr>
        </p:nvSpPr>
        <p:spPr>
          <a:xfrm>
            <a:off x="457201" y="381000"/>
            <a:ext cx="8305799" cy="762000"/>
          </a:xfrm>
          <a:prstGeom prst="rect">
            <a:avLst/>
          </a:prstGeom>
        </p:spPr>
        <p:txBody>
          <a:bodyPr>
            <a:normAutofit/>
          </a:bodyPr>
          <a:lstStyle>
            <a:lvl1pPr>
              <a:defRPr sz="3000"/>
            </a:lvl1pPr>
          </a:lstStyle>
          <a:p>
            <a:r>
              <a:rPr lang="en-US"/>
              <a:t>Click to edit Master title style</a:t>
            </a:r>
            <a:endParaRPr dirty="0"/>
          </a:p>
        </p:txBody>
      </p:sp>
      <p:sp>
        <p:nvSpPr>
          <p:cNvPr id="53" name="Shape 53"/>
          <p:cNvSpPr>
            <a:spLocks noGrp="1"/>
          </p:cNvSpPr>
          <p:nvPr>
            <p:ph type="sldNum" sz="quarter" idx="2"/>
          </p:nvPr>
        </p:nvSpPr>
        <p:spPr>
          <a:xfrm>
            <a:off x="8309065" y="6585814"/>
            <a:ext cx="234035" cy="222173"/>
          </a:xfrm>
          <a:prstGeom prst="rect">
            <a:avLst/>
          </a:prstGeom>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122484786"/>
      </p:ext>
    </p:extLst>
  </p:cSld>
  <p:clrMapOvr>
    <a:masterClrMapping/>
  </p:clrMapOvr>
  <p:transition spd="med"/>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Shape 60"/>
          <p:cNvSpPr>
            <a:spLocks noGrp="1"/>
          </p:cNvSpPr>
          <p:nvPr>
            <p:ph type="title"/>
          </p:nvPr>
        </p:nvSpPr>
        <p:spPr>
          <a:prstGeom prst="rect">
            <a:avLst/>
          </a:prstGeom>
        </p:spPr>
        <p:txBody>
          <a:bodyPr>
            <a:normAutofit/>
          </a:bodyPr>
          <a:lstStyle>
            <a:lvl1pPr>
              <a:defRPr sz="3000"/>
            </a:lvl1pPr>
          </a:lstStyle>
          <a:p>
            <a:r>
              <a:rPr lang="en-US"/>
              <a:t>Click to edit Master title style</a:t>
            </a:r>
            <a:endParaRPr dirty="0"/>
          </a:p>
        </p:txBody>
      </p:sp>
      <p:sp>
        <p:nvSpPr>
          <p:cNvPr id="61" name="Shape 61"/>
          <p:cNvSpPr>
            <a:spLocks noGrp="1"/>
          </p:cNvSpPr>
          <p:nvPr>
            <p:ph type="body" idx="1"/>
          </p:nvPr>
        </p:nvSpPr>
        <p:spPr>
          <a:prstGeom prst="rect">
            <a:avLst/>
          </a:prstGeom>
        </p:spPr>
        <p:txBody>
          <a:bodyPr/>
          <a:lstStyle>
            <a:lvl2pPr>
              <a:buChar char="‣"/>
            </a:lvl2pPr>
            <a:lvl3pPr>
              <a:buChar char="-"/>
            </a:lvl3pPr>
            <a:lvl4pPr>
              <a:buChar char="-"/>
            </a:lvl4pPr>
            <a:lvl5pPr>
              <a:buChar cha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2" name="Shape 62"/>
          <p:cNvSpPr>
            <a:spLocks noGrp="1"/>
          </p:cNvSpPr>
          <p:nvPr>
            <p:ph type="sldNum" sz="quarter" idx="2"/>
          </p:nvPr>
        </p:nvSpPr>
        <p:spPr>
          <a:xfrm>
            <a:off x="8398372" y="6588417"/>
            <a:ext cx="234035" cy="222173"/>
          </a:xfrm>
          <a:prstGeom prst="rect">
            <a:avLst/>
          </a:prstGeom>
        </p:spPr>
        <p:txBody>
          <a:bodyPr/>
          <a:lstStyle>
            <a:lvl1pPr algn="l">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32978778"/>
      </p:ext>
    </p:extLst>
  </p:cSld>
  <p:clrMapOvr>
    <a:masterClrMapping/>
  </p:clrMapOvr>
  <p:transition spd="med"/>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9" name="Shape 69"/>
          <p:cNvSpPr>
            <a:spLocks noGrp="1"/>
          </p:cNvSpPr>
          <p:nvPr>
            <p:ph type="pic" sz="half" idx="13"/>
          </p:nvPr>
        </p:nvSpPr>
        <p:spPr>
          <a:xfrm>
            <a:off x="4723806" y="1830588"/>
            <a:ext cx="3750469" cy="4420195"/>
          </a:xfrm>
          <a:prstGeom prst="rect">
            <a:avLst/>
          </a:prstGeom>
        </p:spPr>
        <p:txBody>
          <a:bodyPr lIns="64291" tIns="32145" rIns="64291" bIns="32145" anchor="t">
            <a:noAutofit/>
          </a:bodyPr>
          <a:lstStyle/>
          <a:p>
            <a:r>
              <a:rPr lang="en-US"/>
              <a:t>Click icon to add picture</a:t>
            </a:r>
            <a:endParaRPr/>
          </a:p>
        </p:txBody>
      </p:sp>
      <p:sp>
        <p:nvSpPr>
          <p:cNvPr id="70" name="Shape 70"/>
          <p:cNvSpPr>
            <a:spLocks noGrp="1"/>
          </p:cNvSpPr>
          <p:nvPr>
            <p:ph type="title"/>
          </p:nvPr>
        </p:nvSpPr>
        <p:spPr>
          <a:prstGeom prst="rect">
            <a:avLst/>
          </a:prstGeom>
        </p:spPr>
        <p:txBody>
          <a:bodyPr>
            <a:normAutofit/>
          </a:bodyPr>
          <a:lstStyle>
            <a:lvl1pPr>
              <a:defRPr sz="3000"/>
            </a:lvl1pPr>
          </a:lstStyle>
          <a:p>
            <a:r>
              <a:rPr lang="en-US"/>
              <a:t>Click to edit Master title style</a:t>
            </a:r>
            <a:endParaRPr dirty="0"/>
          </a:p>
        </p:txBody>
      </p:sp>
      <p:sp>
        <p:nvSpPr>
          <p:cNvPr id="71" name="Shape 71"/>
          <p:cNvSpPr>
            <a:spLocks noGrp="1"/>
          </p:cNvSpPr>
          <p:nvPr>
            <p:ph type="body" sz="half" idx="1"/>
          </p:nvPr>
        </p:nvSpPr>
        <p:spPr>
          <a:xfrm>
            <a:off x="669727" y="1830588"/>
            <a:ext cx="3750469" cy="4420195"/>
          </a:xfrm>
          <a:prstGeom prst="rect">
            <a:avLst/>
          </a:prstGeom>
        </p:spPr>
        <p:txBody>
          <a:bodyPr/>
          <a:lstStyle>
            <a:lvl1pPr marL="180820" indent="-180820">
              <a:spcBef>
                <a:spcPts val="1688"/>
              </a:spcBef>
              <a:defRPr sz="1500"/>
            </a:lvl1pPr>
            <a:lvl2pPr marL="361640" indent="-180820">
              <a:spcBef>
                <a:spcPts val="1688"/>
              </a:spcBef>
              <a:defRPr sz="1500"/>
            </a:lvl2pPr>
            <a:lvl3pPr marL="542459" indent="-180820">
              <a:spcBef>
                <a:spcPts val="1688"/>
              </a:spcBef>
              <a:defRPr sz="1500"/>
            </a:lvl3pPr>
            <a:lvl4pPr marL="723279" indent="-180820">
              <a:spcBef>
                <a:spcPts val="1688"/>
              </a:spcBef>
              <a:defRPr sz="1500"/>
            </a:lvl4pPr>
            <a:lvl5pPr marL="904099" indent="-180820">
              <a:spcBef>
                <a:spcPts val="1688"/>
              </a:spcBef>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2" name="Shape 72"/>
          <p:cNvSpPr>
            <a:spLocks noGrp="1"/>
          </p:cNvSpPr>
          <p:nvPr>
            <p:ph type="sldNum" sz="quarter" idx="2"/>
          </p:nvPr>
        </p:nvSpPr>
        <p:spPr>
          <a:xfrm>
            <a:off x="8369115" y="6588417"/>
            <a:ext cx="234035" cy="222173"/>
          </a:xfrm>
          <a:prstGeom prst="rect">
            <a:avLst/>
          </a:prstGeom>
        </p:spPr>
        <p:txBody>
          <a:bodyPr/>
          <a:lstStyle>
            <a:lvl1pPr>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912730548"/>
      </p:ext>
    </p:extLst>
  </p:cSld>
  <p:clrMapOvr>
    <a:masterClrMapping/>
  </p:clrMapOvr>
  <p:transition spd="med"/>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9" name="Shape 79"/>
          <p:cNvSpPr>
            <a:spLocks noGrp="1"/>
          </p:cNvSpPr>
          <p:nvPr>
            <p:ph type="body" idx="1"/>
          </p:nvPr>
        </p:nvSpPr>
        <p:spPr>
          <a:xfrm>
            <a:off x="669728" y="892971"/>
            <a:ext cx="7804547" cy="50720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0" name="Shape 80"/>
          <p:cNvSpPr>
            <a:spLocks noGrp="1"/>
          </p:cNvSpPr>
          <p:nvPr>
            <p:ph type="sldNum" sz="quarter" idx="2"/>
          </p:nvPr>
        </p:nvSpPr>
        <p:spPr>
          <a:xfrm>
            <a:off x="8369115" y="6588417"/>
            <a:ext cx="234035" cy="222173"/>
          </a:xfrm>
          <a:prstGeom prst="rect">
            <a:avLst/>
          </a:prstGeom>
        </p:spPr>
        <p:txBody>
          <a:bodyPr/>
          <a:lstStyle>
            <a:lvl1pPr>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564551317"/>
      </p:ext>
    </p:extLst>
  </p:cSld>
  <p:clrMapOvr>
    <a:masterClrMapping/>
  </p:clrMapOvr>
  <p:transition spd="med"/>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7" name="Shape 87"/>
          <p:cNvSpPr>
            <a:spLocks noGrp="1"/>
          </p:cNvSpPr>
          <p:nvPr>
            <p:ph type="pic" sz="quarter" idx="13"/>
          </p:nvPr>
        </p:nvSpPr>
        <p:spPr>
          <a:xfrm>
            <a:off x="4723806" y="3580807"/>
            <a:ext cx="3750469" cy="2652117"/>
          </a:xfrm>
          <a:prstGeom prst="rect">
            <a:avLst/>
          </a:prstGeom>
        </p:spPr>
        <p:txBody>
          <a:bodyPr lIns="64291" tIns="32145" rIns="64291" bIns="32145" anchor="t">
            <a:noAutofit/>
          </a:bodyPr>
          <a:lstStyle/>
          <a:p>
            <a:r>
              <a:rPr lang="en-US"/>
              <a:t>Click icon to add picture</a:t>
            </a:r>
            <a:endParaRPr/>
          </a:p>
        </p:txBody>
      </p:sp>
      <p:sp>
        <p:nvSpPr>
          <p:cNvPr id="88" name="Shape 88"/>
          <p:cNvSpPr>
            <a:spLocks noGrp="1"/>
          </p:cNvSpPr>
          <p:nvPr>
            <p:ph type="pic" sz="quarter" idx="14"/>
          </p:nvPr>
        </p:nvSpPr>
        <p:spPr>
          <a:xfrm>
            <a:off x="4728178" y="625080"/>
            <a:ext cx="3750469" cy="2652117"/>
          </a:xfrm>
          <a:prstGeom prst="rect">
            <a:avLst/>
          </a:prstGeom>
        </p:spPr>
        <p:txBody>
          <a:bodyPr lIns="64291" tIns="32145" rIns="64291" bIns="32145" anchor="t">
            <a:noAutofit/>
          </a:bodyPr>
          <a:lstStyle/>
          <a:p>
            <a:r>
              <a:rPr lang="en-US"/>
              <a:t>Click icon to add picture</a:t>
            </a:r>
            <a:endParaRPr/>
          </a:p>
        </p:txBody>
      </p:sp>
      <p:sp>
        <p:nvSpPr>
          <p:cNvPr id="89" name="Shape 89"/>
          <p:cNvSpPr>
            <a:spLocks noGrp="1"/>
          </p:cNvSpPr>
          <p:nvPr>
            <p:ph type="pic" sz="half" idx="15"/>
          </p:nvPr>
        </p:nvSpPr>
        <p:spPr>
          <a:xfrm>
            <a:off x="669727" y="625078"/>
            <a:ext cx="3750469" cy="5607844"/>
          </a:xfrm>
          <a:prstGeom prst="rect">
            <a:avLst/>
          </a:prstGeom>
        </p:spPr>
        <p:txBody>
          <a:bodyPr lIns="64291" tIns="32145" rIns="64291" bIns="32145" anchor="t">
            <a:noAutofit/>
          </a:bodyPr>
          <a:lstStyle/>
          <a:p>
            <a:r>
              <a:rPr lang="en-US"/>
              <a:t>Click icon to add picture</a:t>
            </a:r>
            <a:endParaRPr/>
          </a:p>
        </p:txBody>
      </p:sp>
      <p:sp>
        <p:nvSpPr>
          <p:cNvPr id="90" name="Shape 90"/>
          <p:cNvSpPr>
            <a:spLocks noGrp="1"/>
          </p:cNvSpPr>
          <p:nvPr>
            <p:ph type="sldNum" sz="quarter" idx="2"/>
          </p:nvPr>
        </p:nvSpPr>
        <p:spPr>
          <a:xfrm>
            <a:off x="8369115" y="6588417"/>
            <a:ext cx="234035" cy="222173"/>
          </a:xfrm>
          <a:prstGeom prst="rect">
            <a:avLst/>
          </a:prstGeom>
        </p:spPr>
        <p:txBody>
          <a:bodyPr/>
          <a:lstStyle>
            <a:lvl1pPr>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121794628"/>
      </p:ext>
    </p:extLst>
  </p:cSld>
  <p:clrMapOvr>
    <a:masterClrMapping/>
  </p:clrMapOvr>
  <p:transition spd="med"/>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7" name="Shape 97"/>
          <p:cNvSpPr>
            <a:spLocks noGrp="1"/>
          </p:cNvSpPr>
          <p:nvPr>
            <p:ph type="body" sz="quarter" idx="13"/>
          </p:nvPr>
        </p:nvSpPr>
        <p:spPr>
          <a:xfrm>
            <a:off x="892970" y="4473774"/>
            <a:ext cx="7358063" cy="268339"/>
          </a:xfrm>
          <a:prstGeom prst="rect">
            <a:avLst/>
          </a:prstGeom>
        </p:spPr>
        <p:txBody>
          <a:bodyPr anchor="t">
            <a:spAutoFit/>
          </a:bodyPr>
          <a:lstStyle>
            <a:lvl1pPr marL="0" indent="0" algn="ctr">
              <a:spcBef>
                <a:spcPts val="0"/>
              </a:spcBef>
              <a:buSzTx/>
              <a:buNone/>
              <a:defRPr sz="1275"/>
            </a:lvl1pPr>
          </a:lstStyle>
          <a:p>
            <a:pPr lvl="0"/>
            <a:r>
              <a:rPr lang="en-US"/>
              <a:t>Click to edit Master text styles</a:t>
            </a:r>
          </a:p>
        </p:txBody>
      </p:sp>
      <p:sp>
        <p:nvSpPr>
          <p:cNvPr id="98" name="Shape 98"/>
          <p:cNvSpPr>
            <a:spLocks noGrp="1"/>
          </p:cNvSpPr>
          <p:nvPr>
            <p:ph type="body" sz="quarter" idx="14"/>
          </p:nvPr>
        </p:nvSpPr>
        <p:spPr>
          <a:xfrm>
            <a:off x="892970" y="3049599"/>
            <a:ext cx="7358063" cy="383755"/>
          </a:xfrm>
          <a:prstGeom prst="rect">
            <a:avLst/>
          </a:prstGeom>
        </p:spPr>
        <p:txBody>
          <a:bodyPr>
            <a:spAutoFit/>
          </a:bodyPr>
          <a:lstStyle>
            <a:lvl1pPr marL="0" indent="0" algn="ctr">
              <a:spcBef>
                <a:spcPts val="0"/>
              </a:spcBef>
              <a:buSzTx/>
              <a:buNone/>
              <a:defRPr sz="2025"/>
            </a:lvl1pPr>
          </a:lstStyle>
          <a:p>
            <a:pPr lvl="0"/>
            <a:r>
              <a:rPr lang="en-US"/>
              <a:t>Click to edit Master text styles</a:t>
            </a:r>
          </a:p>
        </p:txBody>
      </p:sp>
      <p:sp>
        <p:nvSpPr>
          <p:cNvPr id="99" name="Shape 99"/>
          <p:cNvSpPr>
            <a:spLocks noGrp="1"/>
          </p:cNvSpPr>
          <p:nvPr>
            <p:ph type="sldNum" sz="quarter" idx="2"/>
          </p:nvPr>
        </p:nvSpPr>
        <p:spPr>
          <a:xfrm>
            <a:off x="8360184" y="6588417"/>
            <a:ext cx="234035" cy="222173"/>
          </a:xfrm>
          <a:prstGeom prst="rect">
            <a:avLst/>
          </a:prstGeom>
        </p:spPr>
        <p:txBody>
          <a:bodyPr/>
          <a:lstStyle>
            <a:lvl1pPr>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785626364"/>
      </p:ext>
    </p:extLst>
  </p:cSld>
  <p:clrMapOvr>
    <a:masterClrMapping/>
  </p:clrMapOvr>
  <p:transition spd="med"/>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6" name="Shape 106"/>
          <p:cNvSpPr>
            <a:spLocks noGrp="1"/>
          </p:cNvSpPr>
          <p:nvPr>
            <p:ph type="pic" idx="13"/>
          </p:nvPr>
        </p:nvSpPr>
        <p:spPr>
          <a:xfrm>
            <a:off x="0" y="0"/>
            <a:ext cx="9144000" cy="6858000"/>
          </a:xfrm>
          <a:prstGeom prst="rect">
            <a:avLst/>
          </a:prstGeom>
        </p:spPr>
        <p:txBody>
          <a:bodyPr lIns="64291" tIns="32145" rIns="64291" bIns="32145" anchor="t">
            <a:noAutofit/>
          </a:bodyPr>
          <a:lstStyle/>
          <a:p>
            <a:r>
              <a:rPr lang="en-US"/>
              <a:t>Click icon to add picture</a:t>
            </a:r>
            <a:endParaRPr dirty="0"/>
          </a:p>
        </p:txBody>
      </p:sp>
      <p:sp>
        <p:nvSpPr>
          <p:cNvPr id="107" name="Shape 107"/>
          <p:cNvSpPr>
            <a:spLocks noGrp="1"/>
          </p:cNvSpPr>
          <p:nvPr>
            <p:ph type="sldNum" sz="quarter" idx="2"/>
          </p:nvPr>
        </p:nvSpPr>
        <p:spPr>
          <a:xfrm>
            <a:off x="8369115" y="6588417"/>
            <a:ext cx="234035" cy="222173"/>
          </a:xfrm>
          <a:prstGeom prst="rect">
            <a:avLst/>
          </a:prstGeom>
        </p:spPr>
        <p:txBody>
          <a:bodyPr/>
          <a:lstStyle>
            <a:lvl1pPr>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252065051"/>
      </p:ext>
    </p:extLst>
  </p:cSld>
  <p:clrMapOvr>
    <a:masterClrMapping/>
  </p:clrMapOvr>
  <p:transition spd="med"/>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grpSp>
        <p:nvGrpSpPr>
          <p:cNvPr id="116" name="Group 116"/>
          <p:cNvGrpSpPr/>
          <p:nvPr/>
        </p:nvGrpSpPr>
        <p:grpSpPr>
          <a:xfrm>
            <a:off x="-17858" y="1083"/>
            <a:ext cx="8856715" cy="368363"/>
            <a:chOff x="0" y="0"/>
            <a:chExt cx="12596216" cy="523892"/>
          </a:xfrm>
        </p:grpSpPr>
        <p:sp>
          <p:nvSpPr>
            <p:cNvPr id="114" name="Shape 114"/>
            <p:cNvSpPr/>
            <p:nvPr/>
          </p:nvSpPr>
          <p:spPr>
            <a:xfrm>
              <a:off x="0" y="0"/>
              <a:ext cx="10883652" cy="523893"/>
            </a:xfrm>
            <a:prstGeom prst="rect">
              <a:avLst/>
            </a:prstGeom>
            <a:gradFill flip="none" rotWithShape="1">
              <a:gsLst>
                <a:gs pos="0">
                  <a:srgbClr val="FFFFFF"/>
                </a:gs>
                <a:gs pos="100000">
                  <a:schemeClr val="accent1">
                    <a:hueOff val="273561"/>
                    <a:satOff val="2937"/>
                    <a:lumOff val="-22233"/>
                  </a:schemeClr>
                </a:gs>
              </a:gsLst>
              <a:lin ang="10800000" scaled="0"/>
            </a:gradFill>
            <a:ln w="12700" cap="flat">
              <a:noFill/>
              <a:miter lim="400000"/>
            </a:ln>
            <a:effectLst/>
          </p:spPr>
          <p:txBody>
            <a:bodyPr wrap="square" lIns="50800" tIns="50800" rIns="50800" bIns="50800" numCol="1" anchor="ctr">
              <a:noAutofit/>
            </a:bodyPr>
            <a:lstStyle/>
            <a:p>
              <a:pPr>
                <a:defRPr sz="2400">
                  <a:solidFill>
                    <a:srgbClr val="FFFFFF"/>
                  </a:solidFill>
                </a:defRPr>
              </a:pPr>
              <a:endParaRPr sz="1800"/>
            </a:p>
          </p:txBody>
        </p:sp>
        <p:pic>
          <p:nvPicPr>
            <p:cNvPr id="115" name="UNO_logo.jpg"/>
            <p:cNvPicPr>
              <a:picLocks noChangeAspect="1"/>
            </p:cNvPicPr>
            <p:nvPr/>
          </p:nvPicPr>
          <p:blipFill>
            <a:blip r:embed="rId2"/>
            <a:stretch>
              <a:fillRect/>
            </a:stretch>
          </p:blipFill>
          <p:spPr>
            <a:xfrm>
              <a:off x="10459287" y="0"/>
              <a:ext cx="2136930" cy="523893"/>
            </a:xfrm>
            <a:prstGeom prst="rect">
              <a:avLst/>
            </a:prstGeom>
            <a:ln w="12700" cap="flat">
              <a:noFill/>
              <a:miter lim="400000"/>
            </a:ln>
            <a:effectLst/>
          </p:spPr>
        </p:pic>
      </p:grpSp>
      <p:sp>
        <p:nvSpPr>
          <p:cNvPr id="117" name="Shape 117"/>
          <p:cNvSpPr/>
          <p:nvPr/>
        </p:nvSpPr>
        <p:spPr>
          <a:xfrm>
            <a:off x="-17858" y="6591192"/>
            <a:ext cx="9179719" cy="262345"/>
          </a:xfrm>
          <a:prstGeom prst="rect">
            <a:avLst/>
          </a:prstGeom>
          <a:gradFill>
            <a:gsLst>
              <a:gs pos="0">
                <a:srgbClr val="2D6294"/>
              </a:gs>
              <a:gs pos="100000">
                <a:srgbClr val="000000"/>
              </a:gs>
            </a:gsLst>
          </a:gradFill>
          <a:ln w="12700">
            <a:miter lim="400000"/>
          </a:ln>
          <a:effectLst>
            <a:outerShdw blurRad="38100" dist="25400" dir="5400000" rotWithShape="0">
              <a:srgbClr val="000000">
                <a:alpha val="50000"/>
              </a:srgbClr>
            </a:outerShdw>
          </a:effectLst>
        </p:spPr>
        <p:txBody>
          <a:bodyPr lIns="26788" tIns="26788" rIns="26788" bIns="26788" anchor="ctr"/>
          <a:lstStyle/>
          <a:p>
            <a:pPr>
              <a:defRPr sz="2400">
                <a:solidFill>
                  <a:srgbClr val="FFFFFF"/>
                </a:solidFill>
              </a:defRPr>
            </a:pPr>
            <a:endParaRPr sz="1800"/>
          </a:p>
        </p:txBody>
      </p:sp>
      <p:sp>
        <p:nvSpPr>
          <p:cNvPr id="118" name="Shape 118"/>
          <p:cNvSpPr>
            <a:spLocks noGrp="1"/>
          </p:cNvSpPr>
          <p:nvPr>
            <p:ph type="sldNum" sz="quarter" idx="2"/>
          </p:nvPr>
        </p:nvSpPr>
        <p:spPr>
          <a:xfrm>
            <a:off x="8458482" y="6563320"/>
            <a:ext cx="234035" cy="222173"/>
          </a:xfrm>
          <a:prstGeom prst="rect">
            <a:avLst/>
          </a:prstGeom>
        </p:spPr>
        <p:txBody>
          <a:bodyPr/>
          <a:lstStyle>
            <a:lvl1pPr>
              <a:defRPr>
                <a:solidFill>
                  <a:srgbClr val="F8F8F8"/>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1342865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advTm="30404">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p:cSld name="Title Slide">
    <p:spTree>
      <p:nvGrpSpPr>
        <p:cNvPr id="1" name=""/>
        <p:cNvGrpSpPr/>
        <p:nvPr/>
      </p:nvGrpSpPr>
      <p:grpSpPr>
        <a:xfrm>
          <a:off x="0" y="0"/>
          <a:ext cx="0" cy="0"/>
          <a:chOff x="0" y="0"/>
          <a:chExt cx="0" cy="0"/>
        </a:xfrm>
      </p:grpSpPr>
      <p:grpSp>
        <p:nvGrpSpPr>
          <p:cNvPr id="6" name="Group 116"/>
          <p:cNvGrpSpPr/>
          <p:nvPr/>
        </p:nvGrpSpPr>
        <p:grpSpPr>
          <a:xfrm>
            <a:off x="-17858" y="1083"/>
            <a:ext cx="8856715" cy="368363"/>
            <a:chOff x="0" y="0"/>
            <a:chExt cx="12596216" cy="523892"/>
          </a:xfrm>
        </p:grpSpPr>
        <p:sp>
          <p:nvSpPr>
            <p:cNvPr id="7" name="Shape 114"/>
            <p:cNvSpPr/>
            <p:nvPr/>
          </p:nvSpPr>
          <p:spPr>
            <a:xfrm>
              <a:off x="0" y="0"/>
              <a:ext cx="10883652" cy="523893"/>
            </a:xfrm>
            <a:prstGeom prst="rect">
              <a:avLst/>
            </a:prstGeom>
            <a:gradFill flip="none" rotWithShape="1">
              <a:gsLst>
                <a:gs pos="0">
                  <a:srgbClr val="FFFFFF"/>
                </a:gs>
                <a:gs pos="100000">
                  <a:schemeClr val="accent1">
                    <a:hueOff val="273561"/>
                    <a:satOff val="2937"/>
                    <a:lumOff val="-22233"/>
                  </a:schemeClr>
                </a:gs>
              </a:gsLst>
              <a:lin ang="10800000" scaled="0"/>
            </a:gradFill>
            <a:ln w="12700" cap="flat">
              <a:noFill/>
              <a:miter lim="400000"/>
            </a:ln>
            <a:effectLst/>
          </p:spPr>
          <p:txBody>
            <a:bodyPr wrap="square" lIns="50800" tIns="50800" rIns="50800" bIns="50800" numCol="1" anchor="ctr">
              <a:noAutofit/>
            </a:bodyPr>
            <a:lstStyle/>
            <a:p>
              <a:pPr>
                <a:defRPr sz="2400">
                  <a:solidFill>
                    <a:srgbClr val="FFFFFF"/>
                  </a:solidFill>
                </a:defRPr>
              </a:pPr>
              <a:endParaRPr sz="1800"/>
            </a:p>
          </p:txBody>
        </p:sp>
        <p:pic>
          <p:nvPicPr>
            <p:cNvPr id="8" name="UNO_logo.jpg"/>
            <p:cNvPicPr>
              <a:picLocks noChangeAspect="1"/>
            </p:cNvPicPr>
            <p:nvPr/>
          </p:nvPicPr>
          <p:blipFill>
            <a:blip r:embed="rId2"/>
            <a:stretch>
              <a:fillRect/>
            </a:stretch>
          </p:blipFill>
          <p:spPr>
            <a:xfrm>
              <a:off x="10459287" y="0"/>
              <a:ext cx="2136930" cy="523893"/>
            </a:xfrm>
            <a:prstGeom prst="rect">
              <a:avLst/>
            </a:prstGeom>
            <a:ln w="12700" cap="flat">
              <a:noFill/>
              <a:miter lim="400000"/>
            </a:ln>
            <a:effectLst/>
          </p:spPr>
        </p:pic>
      </p:grpSp>
      <p:sp>
        <p:nvSpPr>
          <p:cNvPr id="9" name="Shape 117"/>
          <p:cNvSpPr/>
          <p:nvPr/>
        </p:nvSpPr>
        <p:spPr>
          <a:xfrm>
            <a:off x="-17858" y="6591192"/>
            <a:ext cx="9179719" cy="262345"/>
          </a:xfrm>
          <a:prstGeom prst="rect">
            <a:avLst/>
          </a:prstGeom>
          <a:gradFill>
            <a:gsLst>
              <a:gs pos="0">
                <a:srgbClr val="2D6294"/>
              </a:gs>
              <a:gs pos="100000">
                <a:srgbClr val="000000"/>
              </a:gs>
            </a:gsLst>
          </a:gradFill>
          <a:ln w="12700">
            <a:miter lim="400000"/>
          </a:ln>
          <a:effectLst>
            <a:outerShdw blurRad="38100" dist="25400" dir="5400000" rotWithShape="0">
              <a:srgbClr val="000000">
                <a:alpha val="50000"/>
              </a:srgbClr>
            </a:outerShdw>
          </a:effectLst>
        </p:spPr>
        <p:txBody>
          <a:bodyPr lIns="26788" tIns="26788" rIns="26788" bIns="26788" anchor="ctr"/>
          <a:lstStyle/>
          <a:p>
            <a:pPr>
              <a:defRPr sz="2400">
                <a:solidFill>
                  <a:srgbClr val="FFFFFF"/>
                </a:solidFill>
              </a:defRPr>
            </a:pPr>
            <a:endParaRPr sz="1800"/>
          </a:p>
        </p:txBody>
      </p:sp>
      <p:sp>
        <p:nvSpPr>
          <p:cNvPr id="10" name="Shape 118"/>
          <p:cNvSpPr>
            <a:spLocks noGrp="1"/>
          </p:cNvSpPr>
          <p:nvPr>
            <p:ph type="sldNum" sz="quarter" idx="2"/>
          </p:nvPr>
        </p:nvSpPr>
        <p:spPr>
          <a:xfrm>
            <a:off x="8458482" y="6563320"/>
            <a:ext cx="234035" cy="222173"/>
          </a:xfrm>
          <a:prstGeom prst="rect">
            <a:avLst/>
          </a:prstGeom>
        </p:spPr>
        <p:txBody>
          <a:bodyPr/>
          <a:lstStyle>
            <a:lvl1pPr>
              <a:defRPr>
                <a:solidFill>
                  <a:srgbClr val="F8F8F8"/>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4239575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0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xfrm>
            <a:off x="8309065" y="6585814"/>
            <a:ext cx="234035" cy="222173"/>
          </a:xfrm>
          <a:ln/>
        </p:spPr>
        <p:txBody>
          <a:bodyPr/>
          <a:lstStyle>
            <a:lvl1pPr>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36630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000"/>
            </a:lvl1pPr>
          </a:lstStyle>
          <a:p>
            <a:r>
              <a:rPr lang="en-US"/>
              <a:t>Click to edit Master title style</a:t>
            </a:r>
            <a:endParaRPr lang="en-US" dirty="0"/>
          </a:p>
        </p:txBody>
      </p:sp>
      <p:sp>
        <p:nvSpPr>
          <p:cNvPr id="3" name="Rectangle 4"/>
          <p:cNvSpPr>
            <a:spLocks noGrp="1" noChangeArrowheads="1"/>
          </p:cNvSpPr>
          <p:nvPr>
            <p:ph type="sldNum" sz="quarter" idx="10"/>
          </p:nvPr>
        </p:nvSpPr>
        <p:spPr>
          <a:xfrm>
            <a:off x="8309065" y="6585814"/>
            <a:ext cx="234035" cy="222173"/>
          </a:xfrm>
          <a:ln/>
        </p:spPr>
        <p:txBody>
          <a:bodyPr/>
          <a:lstStyle>
            <a:lvl1pPr>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7415644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advTm="30404">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3124200" y="6248400"/>
            <a:ext cx="2895600" cy="457200"/>
          </a:xfrm>
          <a:prstGeom prst="rect">
            <a:avLst/>
          </a:prstGeom>
        </p:spPr>
        <p:txBody>
          <a:bodyPr/>
          <a:lstStyle>
            <a:lvl1pPr>
              <a:defRPr>
                <a:latin typeface="Batang" charset="0"/>
                <a:ea typeface="ＭＳ Ｐゴシック" charset="0"/>
                <a:cs typeface="ＭＳ Ｐゴシック" charset="0"/>
              </a:defRPr>
            </a:lvl1pPr>
          </a:lstStyle>
          <a:p>
            <a:r>
              <a:rPr lang="en-US"/>
              <a:t>Sample Footer Text</a:t>
            </a:r>
            <a:endParaRPr lang="en-US" dirty="0"/>
          </a:p>
        </p:txBody>
      </p:sp>
      <p:sp>
        <p:nvSpPr>
          <p:cNvPr id="6" name="Slide Number Placeholder 5"/>
          <p:cNvSpPr>
            <a:spLocks noGrp="1"/>
          </p:cNvSpPr>
          <p:nvPr>
            <p:ph type="sldNum" sz="quarter" idx="11"/>
          </p:nvPr>
        </p:nvSpPr>
        <p:spPr>
          <a:xfrm>
            <a:off x="8306060" y="6585814"/>
            <a:ext cx="234035" cy="222173"/>
          </a:xfrm>
        </p:spPr>
        <p:txBody>
          <a:bodyPr vert="horz" numCol="1" anchor="t" anchorCtr="0" compatLnSpc="1">
            <a:prstTxWarp prst="textNoShape">
              <a:avLst/>
            </a:prstTxWarp>
          </a:bodyPr>
          <a:lstStyle>
            <a:lvl1pPr>
              <a:defRPr>
                <a:latin typeface="Batang" charset="-127"/>
                <a:ea typeface="ＭＳ Ｐゴシック" charset="-128"/>
              </a:defRPr>
            </a:lvl1pPr>
          </a:lstStyle>
          <a:p>
            <a:fld id="{3A4F6043-7A67-491B-98BC-F933DED7226D}" type="slidenum">
              <a:rPr lang="en-US" smtClean="0"/>
              <a:pPr/>
              <a:t>‹#›</a:t>
            </a:fld>
            <a:endParaRPr lang="en-US" dirty="0"/>
          </a:p>
        </p:txBody>
      </p:sp>
      <p:sp>
        <p:nvSpPr>
          <p:cNvPr id="7" name="Date Placeholder 6"/>
          <p:cNvSpPr>
            <a:spLocks noGrp="1"/>
          </p:cNvSpPr>
          <p:nvPr>
            <p:ph type="dt" sz="half" idx="12"/>
          </p:nvPr>
        </p:nvSpPr>
        <p:spPr>
          <a:xfrm>
            <a:off x="457200" y="6245225"/>
            <a:ext cx="2133600" cy="476250"/>
          </a:xfrm>
          <a:prstGeom prst="rect">
            <a:avLst/>
          </a:prstGeom>
        </p:spPr>
        <p:txBody>
          <a:bodyPr/>
          <a:lstStyle>
            <a:lvl1pPr>
              <a:defRPr>
                <a:latin typeface="Batang" charset="0"/>
                <a:ea typeface="ＭＳ Ｐゴシック" charset="0"/>
                <a:cs typeface="ＭＳ Ｐゴシック" charset="0"/>
              </a:defRPr>
            </a:lvl1pPr>
          </a:lstStyle>
          <a:p>
            <a:fld id="{DD867148-10D2-42AA-986D-4CC57E5F3224}" type="datetime2">
              <a:rPr lang="en-US" smtClean="0"/>
              <a:t>Sunday, March 13, 2022</a:t>
            </a:fld>
            <a:endParaRPr lang="en-US" dirty="0"/>
          </a:p>
        </p:txBody>
      </p:sp>
    </p:spTree>
    <p:extLst>
      <p:ext uri="{BB962C8B-B14F-4D97-AF65-F5344CB8AC3E}">
        <p14:creationId xmlns:p14="http://schemas.microsoft.com/office/powerpoint/2010/main" val="2690972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1" y="381000"/>
            <a:ext cx="8305799" cy="762000"/>
          </a:xfrm>
          <a:prstGeom prst="rect">
            <a:avLst/>
          </a:prstGeom>
          <a:ln w="12700">
            <a:miter lim="400000"/>
          </a:ln>
          <a:extLst>
            <a:ext uri="{C572A759-6A51-4108-AA02-DFA0A04FC94B}">
              <ma14:wrappingTextBoxFlag xmlns:ma14="http://schemas.microsoft.com/office/mac/drawingml/2011/main" xmlns="" val="1"/>
            </a:ext>
          </a:extLst>
        </p:spPr>
        <p:txBody>
          <a:bodyPr lIns="35717" tIns="35717" rIns="35717" bIns="35717" anchor="ctr">
            <a:normAutofit/>
          </a:bodyPr>
          <a:lstStyle/>
          <a:p>
            <a:r>
              <a:t>Title Text</a:t>
            </a:r>
          </a:p>
        </p:txBody>
      </p:sp>
      <p:sp>
        <p:nvSpPr>
          <p:cNvPr id="3" name="Shape 3"/>
          <p:cNvSpPr/>
          <p:nvPr/>
        </p:nvSpPr>
        <p:spPr>
          <a:xfrm>
            <a:off x="-17858" y="6591192"/>
            <a:ext cx="9179719" cy="262345"/>
          </a:xfrm>
          <a:prstGeom prst="rect">
            <a:avLst/>
          </a:prstGeom>
          <a:gradFill>
            <a:gsLst>
              <a:gs pos="0">
                <a:srgbClr val="B45B00"/>
              </a:gs>
              <a:gs pos="100000">
                <a:srgbClr val="000000"/>
              </a:gs>
            </a:gsLst>
          </a:gradFill>
          <a:ln w="12700">
            <a:miter lim="400000"/>
          </a:ln>
          <a:effectLst>
            <a:outerShdw blurRad="38100" dist="25400" dir="5400000" rotWithShape="0">
              <a:srgbClr val="000000">
                <a:alpha val="50000"/>
              </a:srgbClr>
            </a:outerShdw>
          </a:effectLst>
        </p:spPr>
        <p:txBody>
          <a:bodyPr lIns="26788" tIns="26788" rIns="26788" bIns="26788" anchor="ctr"/>
          <a:lstStyle/>
          <a:p>
            <a:pPr>
              <a:defRPr sz="2400">
                <a:solidFill>
                  <a:srgbClr val="FFFFFF"/>
                </a:solidFill>
              </a:defRPr>
            </a:pPr>
            <a:endParaRPr sz="1800"/>
          </a:p>
        </p:txBody>
      </p:sp>
      <p:sp>
        <p:nvSpPr>
          <p:cNvPr id="7" name="Shape 7"/>
          <p:cNvSpPr>
            <a:spLocks noGrp="1"/>
          </p:cNvSpPr>
          <p:nvPr>
            <p:ph type="body" idx="1"/>
          </p:nvPr>
        </p:nvSpPr>
        <p:spPr>
          <a:xfrm>
            <a:off x="457201" y="1219200"/>
            <a:ext cx="8305799" cy="5031581"/>
          </a:xfrm>
          <a:prstGeom prst="rect">
            <a:avLst/>
          </a:prstGeom>
          <a:ln w="12700">
            <a:miter lim="400000"/>
          </a:ln>
          <a:extLst>
            <a:ext uri="{C572A759-6A51-4108-AA02-DFA0A04FC94B}">
              <ma14:wrappingTextBoxFlag xmlns:ma14="http://schemas.microsoft.com/office/mac/drawingml/2011/main" xmlns="" val="1"/>
            </a:ext>
          </a:extLst>
        </p:spPr>
        <p:txBody>
          <a:bodyPr lIns="35717" tIns="35717" rIns="35717" bIns="35717" anchor="ctr">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8" name="Shape 8"/>
          <p:cNvSpPr>
            <a:spLocks noGrp="1"/>
          </p:cNvSpPr>
          <p:nvPr>
            <p:ph type="sldNum" sz="quarter" idx="2"/>
          </p:nvPr>
        </p:nvSpPr>
        <p:spPr>
          <a:xfrm>
            <a:off x="8226133" y="6585814"/>
            <a:ext cx="234035" cy="222173"/>
          </a:xfrm>
          <a:prstGeom prst="rect">
            <a:avLst/>
          </a:prstGeom>
          <a:ln w="12700">
            <a:miter lim="400000"/>
          </a:ln>
        </p:spPr>
        <p:txBody>
          <a:bodyPr wrap="none" lIns="35717" tIns="35717" rIns="35717" bIns="35717">
            <a:spAutoFit/>
          </a:bodyPr>
          <a:lstStyle>
            <a:lvl1pPr>
              <a:defRPr sz="975">
                <a:solidFill>
                  <a:schemeClr val="bg1"/>
                </a:solidFill>
              </a:defRPr>
            </a:lvl1pPr>
          </a:lstStyle>
          <a:p>
            <a:fld id="{3A4F6043-7A67-491B-98BC-F933DED7226D}" type="slidenum">
              <a:rPr lang="en-US" smtClean="0"/>
              <a:pPr/>
              <a:t>‹#›</a:t>
            </a:fld>
            <a:endParaRPr lang="en-US" dirty="0"/>
          </a:p>
        </p:txBody>
      </p:sp>
      <p:sp>
        <p:nvSpPr>
          <p:cNvPr id="9" name="TextBox 8"/>
          <p:cNvSpPr txBox="1"/>
          <p:nvPr/>
        </p:nvSpPr>
        <p:spPr>
          <a:xfrm>
            <a:off x="8162242" y="7158914"/>
            <a:ext cx="77009"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wrap="none" lIns="38100" tIns="38100" rIns="38100" bIns="38100" spcCol="38100" anchor="ctr">
            <a:spAutoFit/>
          </a:bodyPr>
          <a:lstStyle/>
          <a:p>
            <a:pPr defTabSz="438150" fontAlgn="auto">
              <a:spcBef>
                <a:spcPts val="0"/>
              </a:spcBef>
              <a:spcAft>
                <a:spcPts val="0"/>
              </a:spcAft>
              <a:defRPr/>
            </a:pPr>
            <a:endParaRPr lang="en-US" sz="2700" b="0" dirty="0">
              <a:solidFill>
                <a:srgbClr val="000000"/>
              </a:solidFill>
              <a:latin typeface="+mn-lt"/>
              <a:ea typeface="+mn-ea"/>
              <a:sym typeface="Helvetica Light"/>
            </a:endParaRPr>
          </a:p>
        </p:txBody>
      </p:sp>
      <p:grpSp>
        <p:nvGrpSpPr>
          <p:cNvPr id="12" name="Group 11">
            <a:extLst>
              <a:ext uri="{FF2B5EF4-FFF2-40B4-BE49-F238E27FC236}">
                <a16:creationId xmlns:a16="http://schemas.microsoft.com/office/drawing/2014/main" id="{86411402-2610-AE41-991F-BEDB97391ED9}"/>
              </a:ext>
            </a:extLst>
          </p:cNvPr>
          <p:cNvGrpSpPr/>
          <p:nvPr/>
        </p:nvGrpSpPr>
        <p:grpSpPr>
          <a:xfrm>
            <a:off x="-10044" y="359"/>
            <a:ext cx="9070558" cy="383591"/>
            <a:chOff x="-10044" y="357"/>
            <a:chExt cx="9070558" cy="383591"/>
          </a:xfrm>
        </p:grpSpPr>
        <p:sp>
          <p:nvSpPr>
            <p:cNvPr id="4" name="Shape 4"/>
            <p:cNvSpPr/>
            <p:nvPr/>
          </p:nvSpPr>
          <p:spPr>
            <a:xfrm>
              <a:off x="-10044" y="357"/>
              <a:ext cx="7652568" cy="368364"/>
            </a:xfrm>
            <a:prstGeom prst="rect">
              <a:avLst/>
            </a:prstGeom>
            <a:gradFill flip="none" rotWithShape="1">
              <a:gsLst>
                <a:gs pos="0">
                  <a:srgbClr val="FFFFFF"/>
                </a:gs>
                <a:gs pos="100000">
                  <a:srgbClr val="D07817"/>
                </a:gs>
              </a:gsLst>
              <a:lin ang="10800000" scaled="0"/>
            </a:gradFill>
            <a:ln w="12700" cap="flat">
              <a:noFill/>
              <a:miter lim="400000"/>
            </a:ln>
            <a:effectLst/>
          </p:spPr>
          <p:txBody>
            <a:bodyPr wrap="square" lIns="50800" tIns="50800" rIns="50800" bIns="50800" numCol="1" anchor="ctr">
              <a:noAutofit/>
            </a:bodyPr>
            <a:lstStyle/>
            <a:p>
              <a:pPr>
                <a:defRPr sz="2400">
                  <a:solidFill>
                    <a:srgbClr val="FFFFFF"/>
                  </a:solidFill>
                </a:defRPr>
              </a:pPr>
              <a:endParaRPr sz="1800"/>
            </a:p>
          </p:txBody>
        </p:sp>
        <p:pic>
          <p:nvPicPr>
            <p:cNvPr id="11" name="Picture 10">
              <a:extLst>
                <a:ext uri="{FF2B5EF4-FFF2-40B4-BE49-F238E27FC236}">
                  <a16:creationId xmlns:a16="http://schemas.microsoft.com/office/drawing/2014/main" id="{34B54778-CE6C-9C4D-A0FB-F623C68040F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940432" y="6369"/>
              <a:ext cx="1120082" cy="377579"/>
            </a:xfrm>
            <a:prstGeom prst="rect">
              <a:avLst/>
            </a:prstGeom>
          </p:spPr>
        </p:pic>
      </p:grpSp>
    </p:spTree>
    <p:extLst>
      <p:ext uri="{BB962C8B-B14F-4D97-AF65-F5344CB8AC3E}">
        <p14:creationId xmlns:p14="http://schemas.microsoft.com/office/powerpoint/2010/main" val="51148197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hf hdr="0" ftr="0" dt="0"/>
  <p:txStyles>
    <p:titleStyle>
      <a:lvl1pPr marL="0" marR="0" indent="0"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1pPr>
      <a:lvl2pPr marL="0" marR="0" indent="120547"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2pPr>
      <a:lvl3pPr marL="0" marR="0" indent="241093"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3pPr>
      <a:lvl4pPr marL="0" marR="0" indent="361640"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4pPr>
      <a:lvl5pPr marL="0" marR="0" indent="482186"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5pPr>
      <a:lvl6pPr marL="0" marR="0" indent="602732"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6pPr>
      <a:lvl7pPr marL="0" marR="0" indent="723279"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7pPr>
      <a:lvl8pPr marL="0" marR="0" indent="843826"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8pPr>
      <a:lvl9pPr marL="0" marR="0" indent="964372"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9pPr>
    </p:titleStyle>
    <p:bodyStyle>
      <a:lvl1pPr marL="234396"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1pPr>
      <a:lvl2pPr marL="468792"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2pPr>
      <a:lvl3pPr marL="703188"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3pPr>
      <a:lvl4pPr marL="937584"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4pPr>
      <a:lvl5pPr marL="1171980"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5pPr>
      <a:lvl6pPr marL="1406376"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6pPr>
      <a:lvl7pPr marL="1640772"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7pPr>
      <a:lvl8pPr marL="1875168"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8pPr>
      <a:lvl9pPr marL="2109564"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1pPr>
      <a:lvl2pPr marL="0" marR="0" indent="120547"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2pPr>
      <a:lvl3pPr marL="0" marR="0" indent="241093"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3pPr>
      <a:lvl4pPr marL="0" marR="0" indent="361640"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4pPr>
      <a:lvl5pPr marL="0" marR="0" indent="482186"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5pPr>
      <a:lvl6pPr marL="0" marR="0" indent="602732"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6pPr>
      <a:lvl7pPr marL="0" marR="0" indent="723279"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7pPr>
      <a:lvl8pPr marL="0" marR="0" indent="843826"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8pPr>
      <a:lvl9pPr marL="0" marR="0" indent="964372"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hyperlink" Target="https://www.hsdl.org/c/the-enemy-has-a-voice-are-we-listening/" TargetMode="External"/><Relationship Id="rId2" Type="http://schemas.openxmlformats.org/officeDocument/2006/relationships/image" Target="../media/image5.jp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hyperlink" Target="https://elearn.isu.edu/community/mod/url/view.php?id=14299" TargetMode="External"/><Relationship Id="rId2" Type="http://schemas.openxmlformats.org/officeDocument/2006/relationships/hyperlink" Target="https://elearn.isu.edu/community/mod/url/view.php?id=14298" TargetMode="External"/><Relationship Id="rId1" Type="http://schemas.openxmlformats.org/officeDocument/2006/relationships/slideLayout" Target="../slideLayouts/slideLayout14.xml"/><Relationship Id="rId4" Type="http://schemas.openxmlformats.org/officeDocument/2006/relationships/hyperlink" Target="https://elearn.isu.edu/community/mod/url/view.php?id=1430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CBB2D0DD-BB99-7544-A6C0-47A20C9619F8}"/>
              </a:ext>
            </a:extLst>
          </p:cNvPr>
          <p:cNvSpPr txBox="1">
            <a:spLocks/>
          </p:cNvSpPr>
          <p:nvPr/>
        </p:nvSpPr>
        <p:spPr>
          <a:xfrm>
            <a:off x="746935" y="482859"/>
            <a:ext cx="7650130" cy="111176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b">
            <a:normAutofit fontScale="97500"/>
          </a:bodyPr>
          <a:lstStyle>
            <a:lvl1pPr marL="0" marR="0" indent="0"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1pPr>
            <a:lvl2pPr marL="0" marR="0" indent="120547"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2pPr>
            <a:lvl3pPr marL="0" marR="0" indent="241093"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3pPr>
            <a:lvl4pPr marL="0" marR="0" indent="361640"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4pPr>
            <a:lvl5pPr marL="0" marR="0" indent="482186"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5pPr>
            <a:lvl6pPr marL="0" marR="0" indent="602732"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6pPr>
            <a:lvl7pPr marL="0" marR="0" indent="723279"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7pPr>
            <a:lvl8pPr marL="0" marR="0" indent="843826"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8pPr>
            <a:lvl9pPr marL="0" marR="0" indent="964372"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9pPr>
          </a:lstStyle>
          <a:p>
            <a:pPr fontAlgn="auto"/>
            <a:r>
              <a:rPr lang="en-US" sz="3600" kern="0" dirty="0">
                <a:solidFill>
                  <a:schemeClr val="tx1"/>
                </a:solidFill>
              </a:rPr>
              <a:t>CS 4417/5517</a:t>
            </a:r>
          </a:p>
        </p:txBody>
      </p:sp>
      <p:sp>
        <p:nvSpPr>
          <p:cNvPr id="22" name="Subtitle 2">
            <a:extLst>
              <a:ext uri="{FF2B5EF4-FFF2-40B4-BE49-F238E27FC236}">
                <a16:creationId xmlns:a16="http://schemas.microsoft.com/office/drawing/2014/main" id="{28094712-E770-6A48-B299-45F5CECC98FE}"/>
              </a:ext>
            </a:extLst>
          </p:cNvPr>
          <p:cNvSpPr txBox="1">
            <a:spLocks/>
          </p:cNvSpPr>
          <p:nvPr/>
        </p:nvSpPr>
        <p:spPr>
          <a:xfrm>
            <a:off x="892968" y="4729336"/>
            <a:ext cx="7358063" cy="794742"/>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b">
            <a:normAutofit/>
          </a:bodyPr>
          <a:lstStyle>
            <a:lvl1pPr marL="0" marR="0" indent="0" algn="ctr" defTabSz="308063" rtl="0" eaLnBrk="1" latinLnBrk="0" hangingPunct="1">
              <a:lnSpc>
                <a:spcPct val="100000"/>
              </a:lnSpc>
              <a:spcBef>
                <a:spcPts val="0"/>
              </a:spcBef>
              <a:spcAft>
                <a:spcPts val="0"/>
              </a:spcAft>
              <a:buClrTx/>
              <a:buSzTx/>
              <a:buFontTx/>
              <a:buNone/>
              <a:tabLst/>
              <a:defRPr sz="1650" b="0" i="0" u="none" strike="noStrike" cap="none" spc="0" baseline="0">
                <a:ln>
                  <a:noFill/>
                </a:ln>
                <a:solidFill>
                  <a:srgbClr val="000000"/>
                </a:solidFill>
                <a:uFillTx/>
                <a:latin typeface="+mn-lt"/>
                <a:ea typeface="+mn-ea"/>
                <a:cs typeface="+mn-cs"/>
                <a:sym typeface="Helvetica Light"/>
              </a:defRPr>
            </a:lvl1pPr>
            <a:lvl2pPr marL="0" marR="0" indent="120547" algn="ctr" defTabSz="308063" rtl="0" eaLnBrk="1" latinLnBrk="0" hangingPunct="1">
              <a:lnSpc>
                <a:spcPct val="100000"/>
              </a:lnSpc>
              <a:spcBef>
                <a:spcPts val="0"/>
              </a:spcBef>
              <a:spcAft>
                <a:spcPts val="0"/>
              </a:spcAft>
              <a:buClrTx/>
              <a:buSzTx/>
              <a:buFontTx/>
              <a:buNone/>
              <a:tabLst/>
              <a:defRPr sz="1650" b="0" i="0" u="none" strike="noStrike" cap="none" spc="0" baseline="0">
                <a:ln>
                  <a:noFill/>
                </a:ln>
                <a:solidFill>
                  <a:srgbClr val="000000"/>
                </a:solidFill>
                <a:uFillTx/>
                <a:latin typeface="+mn-lt"/>
                <a:ea typeface="+mn-ea"/>
                <a:cs typeface="+mn-cs"/>
                <a:sym typeface="Helvetica Light"/>
              </a:defRPr>
            </a:lvl2pPr>
            <a:lvl3pPr marL="0" marR="0" indent="241093" algn="ctr" defTabSz="308063" rtl="0" eaLnBrk="1" latinLnBrk="0" hangingPunct="1">
              <a:lnSpc>
                <a:spcPct val="100000"/>
              </a:lnSpc>
              <a:spcBef>
                <a:spcPts val="0"/>
              </a:spcBef>
              <a:spcAft>
                <a:spcPts val="0"/>
              </a:spcAft>
              <a:buClrTx/>
              <a:buSzTx/>
              <a:buFontTx/>
              <a:buNone/>
              <a:tabLst/>
              <a:defRPr sz="1650" b="0" i="0" u="none" strike="noStrike" cap="none" spc="0" baseline="0">
                <a:ln>
                  <a:noFill/>
                </a:ln>
                <a:solidFill>
                  <a:srgbClr val="000000"/>
                </a:solidFill>
                <a:uFillTx/>
                <a:latin typeface="+mn-lt"/>
                <a:ea typeface="+mn-ea"/>
                <a:cs typeface="+mn-cs"/>
                <a:sym typeface="Helvetica Light"/>
              </a:defRPr>
            </a:lvl3pPr>
            <a:lvl4pPr marL="0" marR="0" indent="361640" algn="ctr" defTabSz="308063" rtl="0" eaLnBrk="1" latinLnBrk="0" hangingPunct="1">
              <a:lnSpc>
                <a:spcPct val="100000"/>
              </a:lnSpc>
              <a:spcBef>
                <a:spcPts val="0"/>
              </a:spcBef>
              <a:spcAft>
                <a:spcPts val="0"/>
              </a:spcAft>
              <a:buClrTx/>
              <a:buSzTx/>
              <a:buFontTx/>
              <a:buNone/>
              <a:tabLst/>
              <a:defRPr sz="1650" b="0" i="0" u="none" strike="noStrike" cap="none" spc="0" baseline="0">
                <a:ln>
                  <a:noFill/>
                </a:ln>
                <a:solidFill>
                  <a:srgbClr val="000000"/>
                </a:solidFill>
                <a:uFillTx/>
                <a:latin typeface="+mn-lt"/>
                <a:ea typeface="+mn-ea"/>
                <a:cs typeface="+mn-cs"/>
                <a:sym typeface="Helvetica Light"/>
              </a:defRPr>
            </a:lvl4pPr>
            <a:lvl5pPr marL="0" marR="0" indent="482186" algn="ctr" defTabSz="308063" rtl="0" eaLnBrk="1" latinLnBrk="0" hangingPunct="1">
              <a:lnSpc>
                <a:spcPct val="100000"/>
              </a:lnSpc>
              <a:spcBef>
                <a:spcPts val="0"/>
              </a:spcBef>
              <a:spcAft>
                <a:spcPts val="0"/>
              </a:spcAft>
              <a:buClrTx/>
              <a:buSzTx/>
              <a:buFontTx/>
              <a:buNone/>
              <a:tabLst/>
              <a:defRPr sz="1650" b="0" i="0" u="none" strike="noStrike" cap="none" spc="0" baseline="0">
                <a:ln>
                  <a:noFill/>
                </a:ln>
                <a:solidFill>
                  <a:srgbClr val="000000"/>
                </a:solidFill>
                <a:uFillTx/>
                <a:latin typeface="+mn-lt"/>
                <a:ea typeface="+mn-ea"/>
                <a:cs typeface="+mn-cs"/>
                <a:sym typeface="Helvetica Light"/>
              </a:defRPr>
            </a:lvl5pPr>
            <a:lvl6pPr marL="1406376"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6pPr>
            <a:lvl7pPr marL="1640772"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7pPr>
            <a:lvl8pPr marL="1875168"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8pPr>
            <a:lvl9pPr marL="2109564"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9pPr>
          </a:lstStyle>
          <a:p>
            <a:pPr fontAlgn="auto"/>
            <a:r>
              <a:rPr lang="en-US" kern="0">
                <a:solidFill>
                  <a:schemeClr val="tx1"/>
                </a:solidFill>
              </a:rPr>
              <a:t>Minhaz F. Zibran</a:t>
            </a:r>
          </a:p>
          <a:p>
            <a:pPr fontAlgn="auto"/>
            <a:r>
              <a:rPr lang="en-US" kern="0">
                <a:solidFill>
                  <a:schemeClr val="tx1"/>
                </a:solidFill>
              </a:rPr>
              <a:t>Idaho State University</a:t>
            </a:r>
            <a:endParaRPr lang="en-US" kern="0" dirty="0">
              <a:solidFill>
                <a:schemeClr val="tx1"/>
              </a:solidFill>
            </a:endParaRPr>
          </a:p>
        </p:txBody>
      </p:sp>
      <p:pic>
        <p:nvPicPr>
          <p:cNvPr id="23" name="Picture 22">
            <a:extLst>
              <a:ext uri="{FF2B5EF4-FFF2-40B4-BE49-F238E27FC236}">
                <a16:creationId xmlns:a16="http://schemas.microsoft.com/office/drawing/2014/main" id="{E6720A2B-194D-5940-8B62-2031935F071E}"/>
              </a:ext>
            </a:extLst>
          </p:cNvPr>
          <p:cNvPicPr>
            <a:picLocks noChangeAspect="1"/>
          </p:cNvPicPr>
          <p:nvPr/>
        </p:nvPicPr>
        <p:blipFill>
          <a:blip r:embed="rId3"/>
          <a:stretch>
            <a:fillRect/>
          </a:stretch>
        </p:blipFill>
        <p:spPr>
          <a:xfrm>
            <a:off x="1657260" y="1685053"/>
            <a:ext cx="5829478" cy="3044283"/>
          </a:xfrm>
          <a:prstGeom prst="rect">
            <a:avLst/>
          </a:prstGeom>
        </p:spPr>
      </p:pic>
    </p:spTree>
    <p:custDataLst>
      <p:tags r:id="rId1"/>
    </p:custDataLst>
    <p:extLst>
      <p:ext uri="{BB962C8B-B14F-4D97-AF65-F5344CB8AC3E}">
        <p14:creationId xmlns:p14="http://schemas.microsoft.com/office/powerpoint/2010/main" val="1062510190"/>
      </p:ext>
    </p:extLst>
  </p:cSld>
  <p:clrMapOvr>
    <a:masterClrMapping/>
  </p:clrMapOvr>
  <mc:AlternateContent xmlns:mc="http://schemas.openxmlformats.org/markup-compatibility/2006" xmlns:p14="http://schemas.microsoft.com/office/powerpoint/2010/main">
    <mc:Choice Requires="p14">
      <p:transition spd="slow" p14:dur="2000" advTm="85330"/>
    </mc:Choice>
    <mc:Fallback xmlns="">
      <p:transition spd="slow" advTm="853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7BD1E3-EC33-4820-BCA1-607A38179E12}"/>
              </a:ext>
            </a:extLst>
          </p:cNvPr>
          <p:cNvSpPr>
            <a:spLocks noGrp="1"/>
          </p:cNvSpPr>
          <p:nvPr>
            <p:ph type="sldNum" sz="quarter" idx="10"/>
          </p:nvPr>
        </p:nvSpPr>
        <p:spPr>
          <a:xfrm>
            <a:off x="8352346" y="6585814"/>
            <a:ext cx="147472" cy="222173"/>
          </a:xfrm>
        </p:spPr>
        <p:txBody>
          <a:bodyPr/>
          <a:lstStyle/>
          <a:p>
            <a:fld id="{3A4F6043-7A67-491B-98BC-F933DED7226D}" type="slidenum">
              <a:rPr lang="en-US" smtClean="0"/>
              <a:pPr/>
              <a:t>2</a:t>
            </a:fld>
            <a:endParaRPr lang="en-US" dirty="0"/>
          </a:p>
        </p:txBody>
      </p:sp>
      <p:pic>
        <p:nvPicPr>
          <p:cNvPr id="6" name="Picture 5" descr="A close up of a card&#10;&#10;Description automatically generated">
            <a:extLst>
              <a:ext uri="{FF2B5EF4-FFF2-40B4-BE49-F238E27FC236}">
                <a16:creationId xmlns:a16="http://schemas.microsoft.com/office/drawing/2014/main" id="{B63E2867-3F5B-445F-94F4-C36CB13654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6635" y="1435894"/>
            <a:ext cx="5850731" cy="3986213"/>
          </a:xfrm>
          <a:prstGeom prst="rect">
            <a:avLst/>
          </a:prstGeom>
        </p:spPr>
      </p:pic>
      <p:sp>
        <p:nvSpPr>
          <p:cNvPr id="8" name="TextBox 7">
            <a:extLst>
              <a:ext uri="{FF2B5EF4-FFF2-40B4-BE49-F238E27FC236}">
                <a16:creationId xmlns:a16="http://schemas.microsoft.com/office/drawing/2014/main" id="{AB2BCC33-32B7-4886-A880-9CF6BFB43FD5}"/>
              </a:ext>
            </a:extLst>
          </p:cNvPr>
          <p:cNvSpPr txBox="1"/>
          <p:nvPr/>
        </p:nvSpPr>
        <p:spPr>
          <a:xfrm>
            <a:off x="1028700" y="5531887"/>
            <a:ext cx="6557088" cy="646331"/>
          </a:xfrm>
          <a:prstGeom prst="rect">
            <a:avLst/>
          </a:prstGeom>
          <a:noFill/>
        </p:spPr>
        <p:txBody>
          <a:bodyPr wrap="square" rtlCol="0">
            <a:spAutoFit/>
          </a:bodyPr>
          <a:lstStyle/>
          <a:p>
            <a:r>
              <a:rPr lang="en-US" sz="1800" dirty="0">
                <a:hlinkClick r:id="rId3"/>
              </a:rPr>
              <a:t>https://www.hsdl.org/c/the-enemy-has-a-voice-are-we-listening</a:t>
            </a:r>
            <a:r>
              <a:rPr lang="en-US" sz="1800" dirty="0"/>
              <a:t>/</a:t>
            </a:r>
          </a:p>
        </p:txBody>
      </p:sp>
    </p:spTree>
    <p:extLst>
      <p:ext uri="{BB962C8B-B14F-4D97-AF65-F5344CB8AC3E}">
        <p14:creationId xmlns:p14="http://schemas.microsoft.com/office/powerpoint/2010/main" val="2630397062"/>
      </p:ext>
    </p:extLst>
  </p:cSld>
  <p:clrMapOvr>
    <a:masterClrMapping/>
  </p:clrMapOvr>
  <mc:AlternateContent xmlns:mc="http://schemas.openxmlformats.org/markup-compatibility/2006" xmlns:p14="http://schemas.microsoft.com/office/powerpoint/2010/main">
    <mc:Choice Requires="p14">
      <p:transition spd="slow" p14:dur="2000" advTm="29870">
        <p14:prism isContent="1"/>
      </p:transition>
    </mc:Choice>
    <mc:Fallback xmlns="">
      <p:transition spd="slow" advTm="2987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069A20-9D03-4718-B79C-B5B33E3E87AA}"/>
              </a:ext>
            </a:extLst>
          </p:cNvPr>
          <p:cNvSpPr>
            <a:spLocks noGrp="1"/>
          </p:cNvSpPr>
          <p:nvPr>
            <p:ph type="sldNum" sz="quarter" idx="10"/>
          </p:nvPr>
        </p:nvSpPr>
        <p:spPr>
          <a:xfrm>
            <a:off x="8352346" y="6585814"/>
            <a:ext cx="147472" cy="222173"/>
          </a:xfrm>
        </p:spPr>
        <p:txBody>
          <a:bodyPr/>
          <a:lstStyle/>
          <a:p>
            <a:fld id="{3A4F6043-7A67-491B-98BC-F933DED7226D}" type="slidenum">
              <a:rPr lang="en-US" smtClean="0"/>
              <a:pPr/>
              <a:t>3</a:t>
            </a:fld>
            <a:endParaRPr lang="en-US" dirty="0"/>
          </a:p>
        </p:txBody>
      </p:sp>
      <p:sp>
        <p:nvSpPr>
          <p:cNvPr id="7" name="TextBox 6">
            <a:extLst>
              <a:ext uri="{FF2B5EF4-FFF2-40B4-BE49-F238E27FC236}">
                <a16:creationId xmlns:a16="http://schemas.microsoft.com/office/drawing/2014/main" id="{F1B6F5E2-172A-9D4E-94A9-D15311A70F0B}"/>
              </a:ext>
            </a:extLst>
          </p:cNvPr>
          <p:cNvSpPr txBox="1"/>
          <p:nvPr/>
        </p:nvSpPr>
        <p:spPr>
          <a:xfrm>
            <a:off x="644181" y="1143000"/>
            <a:ext cx="8042617" cy="52629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b="0" i="0" u="none" strike="noStrike" dirty="0">
                <a:solidFill>
                  <a:srgbClr val="495057"/>
                </a:solidFill>
                <a:effectLst/>
                <a:latin typeface="+mn-lt"/>
              </a:rPr>
              <a:t>Complete the following activities:</a:t>
            </a:r>
          </a:p>
          <a:p>
            <a:pPr algn="l"/>
            <a:endParaRPr lang="en-US" b="1" i="0" u="none" strike="noStrike" dirty="0">
              <a:solidFill>
                <a:srgbClr val="495057"/>
              </a:solidFill>
              <a:effectLst/>
              <a:latin typeface="+mn-lt"/>
            </a:endParaRPr>
          </a:p>
          <a:p>
            <a:pPr algn="l"/>
            <a:r>
              <a:rPr lang="en-US" b="1" i="0" u="none" strike="noStrike" dirty="0">
                <a:solidFill>
                  <a:srgbClr val="495057"/>
                </a:solidFill>
                <a:effectLst/>
                <a:latin typeface="+mn-lt"/>
              </a:rPr>
              <a:t>by Wednesday evening</a:t>
            </a:r>
          </a:p>
          <a:p>
            <a:pPr lvl="1" algn="l">
              <a:buFont typeface="+mj-lt"/>
              <a:buAutoNum type="arabicPeriod"/>
            </a:pPr>
            <a:r>
              <a:rPr lang="en-US" b="0" i="0" u="none" strike="noStrike" dirty="0">
                <a:solidFill>
                  <a:srgbClr val="495057"/>
                </a:solidFill>
                <a:effectLst/>
                <a:latin typeface="+mn-lt"/>
              </a:rPr>
              <a:t> Read Cyber Intelligence Handbook </a:t>
            </a:r>
          </a:p>
          <a:p>
            <a:pPr lvl="1" algn="l"/>
            <a:r>
              <a:rPr lang="en-US" b="0" i="0" u="none" strike="noStrike" dirty="0">
                <a:solidFill>
                  <a:srgbClr val="495057"/>
                </a:solidFill>
                <a:effectLst/>
                <a:latin typeface="+mn-lt"/>
              </a:rPr>
              <a:t>    Section 4.1 and 4.2 ( Pages 171 - 214) </a:t>
            </a:r>
            <a:br>
              <a:rPr lang="en-US" b="0" i="0" u="none" strike="noStrike" dirty="0">
                <a:solidFill>
                  <a:srgbClr val="495057"/>
                </a:solidFill>
                <a:effectLst/>
                <a:latin typeface="+mn-lt"/>
              </a:rPr>
            </a:br>
            <a:endParaRPr lang="en-US" b="0" i="0" u="none" strike="noStrike" dirty="0">
              <a:solidFill>
                <a:srgbClr val="495057"/>
              </a:solidFill>
              <a:effectLst/>
              <a:latin typeface="+mn-lt"/>
            </a:endParaRPr>
          </a:p>
          <a:p>
            <a:pPr lvl="1" algn="l"/>
            <a:r>
              <a:rPr lang="en-US" b="0" i="0" u="none" strike="noStrike" dirty="0">
                <a:solidFill>
                  <a:srgbClr val="495057"/>
                </a:solidFill>
                <a:effectLst/>
                <a:latin typeface="+mn-lt"/>
              </a:rPr>
              <a:t>2. Read the following article:</a:t>
            </a:r>
          </a:p>
          <a:p>
            <a:pPr lvl="2" algn="l"/>
            <a:r>
              <a:rPr lang="en-US" b="0" i="0" u="none" strike="noStrike" dirty="0">
                <a:solidFill>
                  <a:srgbClr val="495057"/>
                </a:solidFill>
                <a:effectLst/>
                <a:latin typeface="+mn-lt"/>
              </a:rPr>
              <a:t>“Non-State Actors in Cyberspace Operations” </a:t>
            </a:r>
          </a:p>
          <a:p>
            <a:pPr lvl="2" algn="l"/>
            <a:r>
              <a:rPr lang="en-US" b="0" dirty="0">
                <a:solidFill>
                  <a:srgbClr val="495057"/>
                </a:solidFill>
                <a:latin typeface="+mn-lt"/>
              </a:rPr>
              <a:t>  </a:t>
            </a:r>
            <a:r>
              <a:rPr lang="en-US" b="0" i="0" u="none" strike="noStrike" dirty="0">
                <a:solidFill>
                  <a:srgbClr val="495057"/>
                </a:solidFill>
                <a:effectLst/>
                <a:latin typeface="+mn-lt"/>
              </a:rPr>
              <a:t>by Johan </a:t>
            </a:r>
            <a:r>
              <a:rPr lang="en-US" b="0" i="0" u="none" strike="noStrike" dirty="0" err="1">
                <a:solidFill>
                  <a:srgbClr val="495057"/>
                </a:solidFill>
                <a:effectLst/>
                <a:latin typeface="+mn-lt"/>
              </a:rPr>
              <a:t>Sigholm</a:t>
            </a:r>
            <a:br>
              <a:rPr lang="en-US" b="0" i="0" u="none" strike="noStrike" dirty="0">
                <a:solidFill>
                  <a:srgbClr val="495057"/>
                </a:solidFill>
                <a:effectLst/>
                <a:latin typeface="+mn-lt"/>
              </a:rPr>
            </a:br>
            <a:endParaRPr lang="en-US" b="0" i="0" u="none" strike="noStrike" dirty="0">
              <a:solidFill>
                <a:srgbClr val="495057"/>
              </a:solidFill>
              <a:effectLst/>
              <a:latin typeface="+mn-lt"/>
            </a:endParaRPr>
          </a:p>
          <a:p>
            <a:pPr lvl="1" algn="l"/>
            <a:r>
              <a:rPr lang="en-US" b="0" dirty="0">
                <a:solidFill>
                  <a:srgbClr val="495057"/>
                </a:solidFill>
                <a:latin typeface="+mn-lt"/>
              </a:rPr>
              <a:t>3. </a:t>
            </a:r>
            <a:r>
              <a:rPr lang="en-US" b="0" i="0" u="none" strike="noStrike" dirty="0">
                <a:solidFill>
                  <a:srgbClr val="495057"/>
                </a:solidFill>
                <a:effectLst/>
                <a:latin typeface="+mn-lt"/>
              </a:rPr>
              <a:t>Review the Week 10 </a:t>
            </a:r>
            <a:r>
              <a:rPr lang="en-US" b="0" i="0" u="none" strike="noStrike" dirty="0" err="1">
                <a:solidFill>
                  <a:srgbClr val="495057"/>
                </a:solidFill>
                <a:effectLst/>
                <a:latin typeface="+mn-lt"/>
              </a:rPr>
              <a:t>Powerpoint</a:t>
            </a:r>
            <a:endParaRPr lang="en-US" b="0" i="0" u="none" strike="noStrike" dirty="0">
              <a:solidFill>
                <a:srgbClr val="495057"/>
              </a:solidFill>
              <a:effectLst/>
              <a:latin typeface="+mn-lt"/>
            </a:endParaRPr>
          </a:p>
          <a:p>
            <a:pPr algn="l"/>
            <a:endParaRPr lang="en-US" b="1" i="0" u="none" strike="noStrike" dirty="0">
              <a:solidFill>
                <a:srgbClr val="495057"/>
              </a:solidFill>
              <a:effectLst/>
              <a:latin typeface="+mn-lt"/>
            </a:endParaRPr>
          </a:p>
          <a:p>
            <a:pPr algn="l"/>
            <a:r>
              <a:rPr lang="en-US" b="1" i="0" u="none" strike="noStrike" dirty="0">
                <a:solidFill>
                  <a:srgbClr val="495057"/>
                </a:solidFill>
                <a:effectLst/>
                <a:latin typeface="+mn-lt"/>
              </a:rPr>
              <a:t>by Sunday evening</a:t>
            </a:r>
          </a:p>
          <a:p>
            <a:pPr lvl="1" algn="l">
              <a:buFont typeface="+mj-lt"/>
              <a:buAutoNum type="arabicPeriod"/>
            </a:pPr>
            <a:r>
              <a:rPr lang="en-US" b="0" i="0" u="none" strike="noStrike" dirty="0">
                <a:solidFill>
                  <a:srgbClr val="495057"/>
                </a:solidFill>
                <a:effectLst/>
                <a:latin typeface="+mn-lt"/>
              </a:rPr>
              <a:t> Complete the Week 10 Quiz</a:t>
            </a:r>
          </a:p>
        </p:txBody>
      </p:sp>
      <p:sp>
        <p:nvSpPr>
          <p:cNvPr id="8" name="Title 1">
            <a:extLst>
              <a:ext uri="{FF2B5EF4-FFF2-40B4-BE49-F238E27FC236}">
                <a16:creationId xmlns:a16="http://schemas.microsoft.com/office/drawing/2014/main" id="{A1A44C31-3294-074A-A991-B916D7F3D881}"/>
              </a:ext>
            </a:extLst>
          </p:cNvPr>
          <p:cNvSpPr>
            <a:spLocks noGrp="1"/>
          </p:cNvSpPr>
          <p:nvPr>
            <p:ph type="title"/>
          </p:nvPr>
        </p:nvSpPr>
        <p:spPr>
          <a:xfrm>
            <a:off x="457201" y="381000"/>
            <a:ext cx="8305799" cy="762000"/>
          </a:xfrm>
        </p:spPr>
        <p:txBody>
          <a:bodyPr>
            <a:normAutofit/>
          </a:bodyPr>
          <a:lstStyle/>
          <a:p>
            <a:r>
              <a:rPr lang="en-US" dirty="0"/>
              <a:t>SOW for the Week: complete the followings</a:t>
            </a:r>
          </a:p>
        </p:txBody>
      </p:sp>
    </p:spTree>
    <p:extLst>
      <p:ext uri="{BB962C8B-B14F-4D97-AF65-F5344CB8AC3E}">
        <p14:creationId xmlns:p14="http://schemas.microsoft.com/office/powerpoint/2010/main" val="421328445"/>
      </p:ext>
    </p:extLst>
  </p:cSld>
  <p:clrMapOvr>
    <a:masterClrMapping/>
  </p:clrMapOvr>
  <mc:AlternateContent xmlns:mc="http://schemas.openxmlformats.org/markup-compatibility/2006" xmlns:p14="http://schemas.microsoft.com/office/powerpoint/2010/main">
    <mc:Choice Requires="p14">
      <p:transition spd="slow" p14:dur="2000" advTm="30753">
        <p14:prism isContent="1"/>
      </p:transition>
    </mc:Choice>
    <mc:Fallback xmlns="">
      <p:transition spd="slow" advTm="30753">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8EA82-3E65-4125-904C-ECD773C723D6}"/>
              </a:ext>
            </a:extLst>
          </p:cNvPr>
          <p:cNvSpPr>
            <a:spLocks noGrp="1"/>
          </p:cNvSpPr>
          <p:nvPr>
            <p:ph type="title"/>
          </p:nvPr>
        </p:nvSpPr>
        <p:spPr/>
        <p:txBody>
          <a:bodyPr/>
          <a:lstStyle/>
          <a:p>
            <a:r>
              <a:rPr lang="en-US" dirty="0"/>
              <a:t>Overview of Weekly  Learning Effort</a:t>
            </a:r>
          </a:p>
        </p:txBody>
      </p:sp>
      <p:sp>
        <p:nvSpPr>
          <p:cNvPr id="4" name="Slide Number Placeholder 3">
            <a:extLst>
              <a:ext uri="{FF2B5EF4-FFF2-40B4-BE49-F238E27FC236}">
                <a16:creationId xmlns:a16="http://schemas.microsoft.com/office/drawing/2014/main" id="{40956BCD-A6AE-4415-B13F-F92E64E4C4D1}"/>
              </a:ext>
            </a:extLst>
          </p:cNvPr>
          <p:cNvSpPr>
            <a:spLocks noGrp="1"/>
          </p:cNvSpPr>
          <p:nvPr>
            <p:ph type="sldNum" sz="quarter" idx="10"/>
          </p:nvPr>
        </p:nvSpPr>
        <p:spPr>
          <a:xfrm>
            <a:off x="8352346" y="6585814"/>
            <a:ext cx="147472" cy="222173"/>
          </a:xfrm>
        </p:spPr>
        <p:txBody>
          <a:bodyPr/>
          <a:lstStyle/>
          <a:p>
            <a:fld id="{3A4F6043-7A67-491B-98BC-F933DED7226D}" type="slidenum">
              <a:rPr lang="en-US" smtClean="0"/>
              <a:pPr/>
              <a:t>4</a:t>
            </a:fld>
            <a:endParaRPr lang="en-US" dirty="0"/>
          </a:p>
        </p:txBody>
      </p:sp>
      <p:sp>
        <p:nvSpPr>
          <p:cNvPr id="9" name="Content Placeholder 2">
            <a:extLst>
              <a:ext uri="{FF2B5EF4-FFF2-40B4-BE49-F238E27FC236}">
                <a16:creationId xmlns:a16="http://schemas.microsoft.com/office/drawing/2014/main" id="{1B5B279E-6E4F-4149-84C9-9BA6E1AEF91D}"/>
              </a:ext>
            </a:extLst>
          </p:cNvPr>
          <p:cNvSpPr>
            <a:spLocks noGrp="1"/>
          </p:cNvSpPr>
          <p:nvPr>
            <p:ph idx="1"/>
          </p:nvPr>
        </p:nvSpPr>
        <p:spPr>
          <a:xfrm>
            <a:off x="1017996" y="2070352"/>
            <a:ext cx="7186878" cy="3154787"/>
          </a:xfrm>
        </p:spPr>
        <p:txBody>
          <a:bodyPr>
            <a:normAutofit fontScale="77500" lnSpcReduction="20000"/>
          </a:bodyPr>
          <a:lstStyle/>
          <a:p>
            <a:pPr marL="557213" indent="-557213">
              <a:buFont typeface="+mj-lt"/>
              <a:buAutoNum type="arabicPeriod"/>
            </a:pPr>
            <a:r>
              <a:rPr lang="en-US" sz="2400" dirty="0"/>
              <a:t>Statement of Work (SOW)  – Readings and Posed Questions</a:t>
            </a:r>
          </a:p>
          <a:p>
            <a:pPr marL="557213" indent="-557213">
              <a:buFont typeface="+mj-lt"/>
              <a:buAutoNum type="arabicPeriod"/>
            </a:pPr>
            <a:r>
              <a:rPr lang="en-US" sz="2400" dirty="0"/>
              <a:t>5 +/-2  major concepts or models</a:t>
            </a:r>
          </a:p>
          <a:p>
            <a:pPr marL="557213" indent="-557213">
              <a:buFont typeface="+mj-lt"/>
              <a:buAutoNum type="arabicPeriod"/>
            </a:pPr>
            <a:r>
              <a:rPr lang="en-US" sz="2400" dirty="0"/>
              <a:t>Review</a:t>
            </a:r>
          </a:p>
          <a:p>
            <a:pPr marL="557213" indent="-557213">
              <a:buFont typeface="+mj-lt"/>
              <a:buAutoNum type="arabicPeriod"/>
            </a:pPr>
            <a:r>
              <a:rPr lang="en-US" sz="2400" dirty="0"/>
              <a:t>Reminder for weekly quiz</a:t>
            </a:r>
          </a:p>
          <a:p>
            <a:pPr lvl="1"/>
            <a:r>
              <a:rPr lang="en-US" sz="2400" dirty="0"/>
              <a:t>Note for essay questions,  You should have an introductory thesis statement 3 to 7 supporting evidentiary sentences and a conclusion sentence. </a:t>
            </a:r>
            <a:r>
              <a:rPr lang="en-US" sz="2400" u="sng" dirty="0"/>
              <a:t>– Show your critical thinking</a:t>
            </a:r>
            <a:endParaRPr lang="en-US" sz="2400" dirty="0"/>
          </a:p>
        </p:txBody>
      </p:sp>
    </p:spTree>
    <p:extLst>
      <p:ext uri="{BB962C8B-B14F-4D97-AF65-F5344CB8AC3E}">
        <p14:creationId xmlns:p14="http://schemas.microsoft.com/office/powerpoint/2010/main" val="2002617011"/>
      </p:ext>
    </p:extLst>
  </p:cSld>
  <p:clrMapOvr>
    <a:masterClrMapping/>
  </p:clrMapOvr>
  <mc:AlternateContent xmlns:mc="http://schemas.openxmlformats.org/markup-compatibility/2006" xmlns:p14="http://schemas.microsoft.com/office/powerpoint/2010/main">
    <mc:Choice Requires="p14">
      <p:transition spd="slow" p14:dur="2000" advTm="22068"/>
    </mc:Choice>
    <mc:Fallback xmlns="">
      <p:transition spd="slow" advTm="2206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8ABB8-6FF5-4AFB-8C81-3C7F37FA2CD2}"/>
              </a:ext>
            </a:extLst>
          </p:cNvPr>
          <p:cNvSpPr>
            <a:spLocks noGrp="1"/>
          </p:cNvSpPr>
          <p:nvPr>
            <p:ph type="title"/>
          </p:nvPr>
        </p:nvSpPr>
        <p:spPr/>
        <p:txBody>
          <a:bodyPr>
            <a:normAutofit/>
          </a:bodyPr>
          <a:lstStyle/>
          <a:p>
            <a:r>
              <a:rPr lang="en-US" dirty="0"/>
              <a:t>Concept 1- Section 4 (Dense Reading)</a:t>
            </a:r>
          </a:p>
        </p:txBody>
      </p:sp>
      <p:sp>
        <p:nvSpPr>
          <p:cNvPr id="3" name="Content Placeholder 2">
            <a:extLst>
              <a:ext uri="{FF2B5EF4-FFF2-40B4-BE49-F238E27FC236}">
                <a16:creationId xmlns:a16="http://schemas.microsoft.com/office/drawing/2014/main" id="{47F17859-1855-4603-8202-688900FBBC18}"/>
              </a:ext>
            </a:extLst>
          </p:cNvPr>
          <p:cNvSpPr>
            <a:spLocks noGrp="1"/>
          </p:cNvSpPr>
          <p:nvPr>
            <p:ph idx="1"/>
          </p:nvPr>
        </p:nvSpPr>
        <p:spPr>
          <a:xfrm>
            <a:off x="315469" y="1255777"/>
            <a:ext cx="8599931" cy="4974336"/>
          </a:xfrm>
        </p:spPr>
        <p:txBody>
          <a:bodyPr>
            <a:normAutofit fontScale="85000" lnSpcReduction="20000"/>
          </a:bodyPr>
          <a:lstStyle/>
          <a:p>
            <a:pPr marL="900113" lvl="1" indent="-557213">
              <a:buFont typeface="+mj-lt"/>
              <a:buAutoNum type="arabicPeriod"/>
            </a:pPr>
            <a:r>
              <a:rPr lang="en-US" sz="3150" dirty="0"/>
              <a:t>Simplified cyber intelligence process — Establish enable execute and evaluate — page 171</a:t>
            </a:r>
          </a:p>
          <a:p>
            <a:pPr marL="900113" lvl="1" indent="-557213">
              <a:buFont typeface="+mj-lt"/>
              <a:buAutoNum type="arabicPeriod"/>
            </a:pPr>
            <a:r>
              <a:rPr lang="en-US" sz="3150" dirty="0"/>
              <a:t>Note this is a circular nonlinear process and represents interrelationships among actors. Four phases are typically concurrent</a:t>
            </a:r>
          </a:p>
          <a:p>
            <a:pPr marL="900113" lvl="1" indent="-557213">
              <a:buFont typeface="+mj-lt"/>
              <a:buAutoNum type="arabicPeriod"/>
            </a:pPr>
            <a:r>
              <a:rPr lang="en-US" sz="3150" dirty="0"/>
              <a:t>Will focus on the establishment phase which is customer focused in defining and prioritizing intelligence requirements</a:t>
            </a:r>
          </a:p>
          <a:p>
            <a:pPr marL="900113" lvl="1" indent="-557213">
              <a:buFont typeface="+mj-lt"/>
              <a:buAutoNum type="arabicPeriod"/>
            </a:pPr>
            <a:r>
              <a:rPr lang="en-US" sz="3150" dirty="0"/>
              <a:t>The enable phase focuses on planning intelligence operations designed to address customer requirements vis-à-vis the previous establishment</a:t>
            </a:r>
          </a:p>
        </p:txBody>
      </p:sp>
      <p:sp>
        <p:nvSpPr>
          <p:cNvPr id="4" name="Slide Number Placeholder 3">
            <a:extLst>
              <a:ext uri="{FF2B5EF4-FFF2-40B4-BE49-F238E27FC236}">
                <a16:creationId xmlns:a16="http://schemas.microsoft.com/office/drawing/2014/main" id="{549B9071-78D3-4EA4-B340-74ED95494A5E}"/>
              </a:ext>
            </a:extLst>
          </p:cNvPr>
          <p:cNvSpPr>
            <a:spLocks noGrp="1"/>
          </p:cNvSpPr>
          <p:nvPr>
            <p:ph type="sldNum" sz="quarter" idx="10"/>
          </p:nvPr>
        </p:nvSpPr>
        <p:spPr>
          <a:xfrm>
            <a:off x="8352346" y="6585814"/>
            <a:ext cx="147472" cy="222173"/>
          </a:xfrm>
        </p:spPr>
        <p:txBody>
          <a:bodyPr/>
          <a:lstStyle/>
          <a:p>
            <a:fld id="{3A4F6043-7A67-491B-98BC-F933DED7226D}" type="slidenum">
              <a:rPr lang="en-US" smtClean="0"/>
              <a:pPr/>
              <a:t>5</a:t>
            </a:fld>
            <a:endParaRPr lang="en-US" dirty="0"/>
          </a:p>
        </p:txBody>
      </p:sp>
      <p:sp>
        <p:nvSpPr>
          <p:cNvPr id="5" name="Content Placeholder 2">
            <a:extLst>
              <a:ext uri="{FF2B5EF4-FFF2-40B4-BE49-F238E27FC236}">
                <a16:creationId xmlns:a16="http://schemas.microsoft.com/office/drawing/2014/main" id="{042489F8-E356-44CF-AE24-A0BDC47C98FA}"/>
              </a:ext>
            </a:extLst>
          </p:cNvPr>
          <p:cNvSpPr txBox="1">
            <a:spLocks/>
          </p:cNvSpPr>
          <p:nvPr/>
        </p:nvSpPr>
        <p:spPr>
          <a:xfrm>
            <a:off x="315469" y="1941772"/>
            <a:ext cx="6940739" cy="3944679"/>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endParaRPr lang="en-US" sz="1800" i="1" dirty="0"/>
          </a:p>
          <a:p>
            <a:pPr marL="342900" indent="-342900">
              <a:buFont typeface="+mj-lt"/>
              <a:buAutoNum type="arabicPeriod"/>
            </a:pPr>
            <a:endParaRPr lang="en-US" sz="1800" dirty="0"/>
          </a:p>
          <a:p>
            <a:pPr marL="342900" indent="-342900">
              <a:buFont typeface="+mj-lt"/>
              <a:buAutoNum type="arabicPeriod"/>
            </a:pPr>
            <a:endParaRPr lang="en-US" sz="1800" dirty="0"/>
          </a:p>
          <a:p>
            <a:endParaRPr lang="en-US" sz="1800" dirty="0"/>
          </a:p>
        </p:txBody>
      </p:sp>
    </p:spTree>
    <p:extLst>
      <p:ext uri="{BB962C8B-B14F-4D97-AF65-F5344CB8AC3E}">
        <p14:creationId xmlns:p14="http://schemas.microsoft.com/office/powerpoint/2010/main" val="1207984649"/>
      </p:ext>
    </p:extLst>
  </p:cSld>
  <p:clrMapOvr>
    <a:masterClrMapping/>
  </p:clrMapOvr>
  <mc:AlternateContent xmlns:mc="http://schemas.openxmlformats.org/markup-compatibility/2006" xmlns:p14="http://schemas.microsoft.com/office/powerpoint/2010/main">
    <mc:Choice Requires="p14">
      <p:transition spd="slow" p14:dur="2000" advTm="54669">
        <p14:prism isContent="1"/>
      </p:transition>
    </mc:Choice>
    <mc:Fallback xmlns="">
      <p:transition spd="slow" advTm="54669">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28364-3C97-48A7-A33C-DE2524EE0A94}"/>
              </a:ext>
            </a:extLst>
          </p:cNvPr>
          <p:cNvSpPr>
            <a:spLocks noGrp="1"/>
          </p:cNvSpPr>
          <p:nvPr>
            <p:ph type="title"/>
          </p:nvPr>
        </p:nvSpPr>
        <p:spPr/>
        <p:txBody>
          <a:bodyPr>
            <a:normAutofit/>
          </a:bodyPr>
          <a:lstStyle/>
          <a:p>
            <a:r>
              <a:rPr lang="en-US" dirty="0"/>
              <a:t>Concept 2 – </a:t>
            </a:r>
            <a:r>
              <a:rPr lang="fr-FR" dirty="0"/>
              <a:t>Table IV .1 on page 174</a:t>
            </a:r>
            <a:endParaRPr lang="en-US" dirty="0"/>
          </a:p>
        </p:txBody>
      </p:sp>
      <p:sp>
        <p:nvSpPr>
          <p:cNvPr id="4" name="Slide Number Placeholder 3">
            <a:extLst>
              <a:ext uri="{FF2B5EF4-FFF2-40B4-BE49-F238E27FC236}">
                <a16:creationId xmlns:a16="http://schemas.microsoft.com/office/drawing/2014/main" id="{0C8C3CA1-CCAA-4678-84BA-CB9D99C1AD3B}"/>
              </a:ext>
            </a:extLst>
          </p:cNvPr>
          <p:cNvSpPr>
            <a:spLocks noGrp="1"/>
          </p:cNvSpPr>
          <p:nvPr>
            <p:ph type="sldNum" sz="quarter" idx="10"/>
          </p:nvPr>
        </p:nvSpPr>
        <p:spPr>
          <a:xfrm>
            <a:off x="8352346" y="6585814"/>
            <a:ext cx="147472" cy="222173"/>
          </a:xfrm>
        </p:spPr>
        <p:txBody>
          <a:bodyPr/>
          <a:lstStyle/>
          <a:p>
            <a:fld id="{3A4F6043-7A67-491B-98BC-F933DED7226D}" type="slidenum">
              <a:rPr lang="en-US" smtClean="0"/>
              <a:pPr/>
              <a:t>6</a:t>
            </a:fld>
            <a:endParaRPr lang="en-US" dirty="0"/>
          </a:p>
        </p:txBody>
      </p:sp>
      <p:sp>
        <p:nvSpPr>
          <p:cNvPr id="7" name="Content Placeholder 5">
            <a:extLst>
              <a:ext uri="{FF2B5EF4-FFF2-40B4-BE49-F238E27FC236}">
                <a16:creationId xmlns:a16="http://schemas.microsoft.com/office/drawing/2014/main" id="{855732F5-0EB3-4611-AC37-4834B4E848D8}"/>
              </a:ext>
            </a:extLst>
          </p:cNvPr>
          <p:cNvSpPr txBox="1">
            <a:spLocks/>
          </p:cNvSpPr>
          <p:nvPr/>
        </p:nvSpPr>
        <p:spPr>
          <a:xfrm>
            <a:off x="4572000" y="1843088"/>
            <a:ext cx="3527869"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9" name="Content Placeholder 5">
            <a:extLst>
              <a:ext uri="{FF2B5EF4-FFF2-40B4-BE49-F238E27FC236}">
                <a16:creationId xmlns:a16="http://schemas.microsoft.com/office/drawing/2014/main" id="{AC7F1095-2AE7-47DB-A502-B63A8ABC5290}"/>
              </a:ext>
            </a:extLst>
          </p:cNvPr>
          <p:cNvSpPr txBox="1">
            <a:spLocks/>
          </p:cNvSpPr>
          <p:nvPr/>
        </p:nvSpPr>
        <p:spPr>
          <a:xfrm>
            <a:off x="429769" y="2050257"/>
            <a:ext cx="8197595"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20" name="AutoShape 12">
            <a:hlinkClick r:id="rId2"/>
            <a:extLst>
              <a:ext uri="{FF2B5EF4-FFF2-40B4-BE49-F238E27FC236}">
                <a16:creationId xmlns:a16="http://schemas.microsoft.com/office/drawing/2014/main" id="{9A0CE323-4A05-4473-8385-856D0A91D26E}"/>
              </a:ext>
            </a:extLst>
          </p:cNvPr>
          <p:cNvSpPr>
            <a:spLocks noChangeAspect="1" noChangeArrowheads="1"/>
          </p:cNvSpPr>
          <p:nvPr/>
        </p:nvSpPr>
        <p:spPr bwMode="auto">
          <a:xfrm>
            <a:off x="154781" y="-13716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1" name="AutoShape 13" descr="Students can manually mark this item complete: The KGB, The Computer, and Me (Clifford Stoll: The Cuckoo's Egg)">
            <a:extLst>
              <a:ext uri="{FF2B5EF4-FFF2-40B4-BE49-F238E27FC236}">
                <a16:creationId xmlns:a16="http://schemas.microsoft.com/office/drawing/2014/main" id="{CF8DE55A-F65C-450D-8E1B-D1AB35D716B6}"/>
              </a:ext>
            </a:extLst>
          </p:cNvPr>
          <p:cNvSpPr>
            <a:spLocks noChangeAspect="1" noChangeArrowheads="1"/>
          </p:cNvSpPr>
          <p:nvPr/>
        </p:nvSpPr>
        <p:spPr bwMode="auto">
          <a:xfrm>
            <a:off x="95250" y="-74295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2" name="AutoShape 14">
            <a:hlinkClick r:id="rId3"/>
            <a:extLst>
              <a:ext uri="{FF2B5EF4-FFF2-40B4-BE49-F238E27FC236}">
                <a16:creationId xmlns:a16="http://schemas.microsoft.com/office/drawing/2014/main" id="{A8707208-4119-4B70-9512-42CAF78AE280}"/>
              </a:ext>
            </a:extLst>
          </p:cNvPr>
          <p:cNvSpPr>
            <a:spLocks noChangeAspect="1" noChangeArrowheads="1"/>
          </p:cNvSpPr>
          <p:nvPr/>
        </p:nvSpPr>
        <p:spPr bwMode="auto">
          <a:xfrm>
            <a:off x="154781" y="-5262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3" name="AutoShape 15" descr="Students can manually mark this item complete: Chaos Computer Club - Web Site">
            <a:extLst>
              <a:ext uri="{FF2B5EF4-FFF2-40B4-BE49-F238E27FC236}">
                <a16:creationId xmlns:a16="http://schemas.microsoft.com/office/drawing/2014/main" id="{9AA5BB89-1B5C-4923-A24C-09A239E3DC8C}"/>
              </a:ext>
            </a:extLst>
          </p:cNvPr>
          <p:cNvSpPr>
            <a:spLocks noChangeAspect="1" noChangeArrowheads="1"/>
          </p:cNvSpPr>
          <p:nvPr/>
        </p:nvSpPr>
        <p:spPr bwMode="auto">
          <a:xfrm>
            <a:off x="95250" y="959644"/>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4" name="AutoShape 17" descr="Students can manually mark this item complete: Mandiant APT 1 China Report (UNCLASSIFIED)">
            <a:extLst>
              <a:ext uri="{FF2B5EF4-FFF2-40B4-BE49-F238E27FC236}">
                <a16:creationId xmlns:a16="http://schemas.microsoft.com/office/drawing/2014/main" id="{56632639-B8EE-4E9C-8E66-97862C82F490}"/>
              </a:ext>
            </a:extLst>
          </p:cNvPr>
          <p:cNvSpPr>
            <a:spLocks noChangeAspect="1" noChangeArrowheads="1"/>
          </p:cNvSpPr>
          <p:nvPr/>
        </p:nvSpPr>
        <p:spPr bwMode="auto">
          <a:xfrm>
            <a:off x="95250" y="1794272"/>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5" name="AutoShape 18">
            <a:hlinkClick r:id="rId4"/>
            <a:extLst>
              <a:ext uri="{FF2B5EF4-FFF2-40B4-BE49-F238E27FC236}">
                <a16:creationId xmlns:a16="http://schemas.microsoft.com/office/drawing/2014/main" id="{65534258-7773-46D0-B9A2-A4A3F83A7867}"/>
              </a:ext>
            </a:extLst>
          </p:cNvPr>
          <p:cNvSpPr>
            <a:spLocks noChangeAspect="1" noChangeArrowheads="1"/>
          </p:cNvSpPr>
          <p:nvPr/>
        </p:nvSpPr>
        <p:spPr bwMode="auto">
          <a:xfrm>
            <a:off x="154781" y="20121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6" name="TextBox 5">
            <a:extLst>
              <a:ext uri="{FF2B5EF4-FFF2-40B4-BE49-F238E27FC236}">
                <a16:creationId xmlns:a16="http://schemas.microsoft.com/office/drawing/2014/main" id="{66456424-F24F-4410-A3A8-0CFD227E10DF}"/>
              </a:ext>
            </a:extLst>
          </p:cNvPr>
          <p:cNvSpPr txBox="1"/>
          <p:nvPr/>
        </p:nvSpPr>
        <p:spPr>
          <a:xfrm>
            <a:off x="678802" y="2125267"/>
            <a:ext cx="7764158" cy="2585323"/>
          </a:xfrm>
          <a:prstGeom prst="rect">
            <a:avLst/>
          </a:prstGeom>
          <a:noFill/>
        </p:spPr>
        <p:txBody>
          <a:bodyPr wrap="square" rtlCol="0">
            <a:spAutoFit/>
          </a:bodyPr>
          <a:lstStyle/>
          <a:p>
            <a:pPr marL="428625" indent="-428625" algn="l">
              <a:buFont typeface="Wingdings" panose="05000000000000000000" pitchFamily="2" charset="2"/>
              <a:buChar char="§"/>
            </a:pPr>
            <a:r>
              <a:rPr lang="en-US" sz="2700" b="0" dirty="0">
                <a:solidFill>
                  <a:schemeClr val="tx1"/>
                </a:solidFill>
                <a:latin typeface="+mn-lt"/>
              </a:rPr>
              <a:t>Note the relationship among phases and communities on X and Y axis</a:t>
            </a:r>
          </a:p>
          <a:p>
            <a:pPr marL="428625" indent="-428625" algn="l">
              <a:buFont typeface="Wingdings" panose="05000000000000000000" pitchFamily="2" charset="2"/>
              <a:buChar char="§"/>
            </a:pPr>
            <a:r>
              <a:rPr lang="en-US" sz="2700" b="0" dirty="0">
                <a:solidFill>
                  <a:schemeClr val="tx1"/>
                </a:solidFill>
                <a:latin typeface="+mn-lt"/>
              </a:rPr>
              <a:t>Chapter 4.1 is the established phase which encompasses actions that address inputs consolidation and aligning inputs with actions in producing prioritize intelligence needs.</a:t>
            </a:r>
          </a:p>
        </p:txBody>
      </p:sp>
    </p:spTree>
    <p:extLst>
      <p:ext uri="{BB962C8B-B14F-4D97-AF65-F5344CB8AC3E}">
        <p14:creationId xmlns:p14="http://schemas.microsoft.com/office/powerpoint/2010/main" val="4031930093"/>
      </p:ext>
    </p:extLst>
  </p:cSld>
  <p:clrMapOvr>
    <a:masterClrMapping/>
  </p:clrMapOvr>
  <mc:AlternateContent xmlns:mc="http://schemas.openxmlformats.org/markup-compatibility/2006" xmlns:p14="http://schemas.microsoft.com/office/powerpoint/2010/main">
    <mc:Choice Requires="p14">
      <p:transition spd="slow" p14:dur="2000" advTm="25993">
        <p14:prism isContent="1"/>
      </p:transition>
    </mc:Choice>
    <mc:Fallback xmlns="">
      <p:transition spd="slow" advTm="25993">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439B3-BB5A-4CD5-A670-878D949D546F}"/>
              </a:ext>
            </a:extLst>
          </p:cNvPr>
          <p:cNvSpPr>
            <a:spLocks noGrp="1"/>
          </p:cNvSpPr>
          <p:nvPr>
            <p:ph type="title"/>
          </p:nvPr>
        </p:nvSpPr>
        <p:spPr>
          <a:xfrm>
            <a:off x="457201" y="429768"/>
            <a:ext cx="8305799" cy="762000"/>
          </a:xfrm>
        </p:spPr>
        <p:txBody>
          <a:bodyPr>
            <a:normAutofit fontScale="90000"/>
          </a:bodyPr>
          <a:lstStyle/>
          <a:p>
            <a:r>
              <a:rPr lang="en-US" dirty="0"/>
              <a:t>Concept 3 – </a:t>
            </a:r>
            <a:r>
              <a:rPr lang="fr-FR" dirty="0"/>
              <a:t>Cyber intelligence establishment planning processes</a:t>
            </a:r>
            <a:endParaRPr lang="en-US" dirty="0"/>
          </a:p>
        </p:txBody>
      </p:sp>
      <p:sp>
        <p:nvSpPr>
          <p:cNvPr id="3" name="Content Placeholder 2">
            <a:extLst>
              <a:ext uri="{FF2B5EF4-FFF2-40B4-BE49-F238E27FC236}">
                <a16:creationId xmlns:a16="http://schemas.microsoft.com/office/drawing/2014/main" id="{632D437F-C20D-4918-AFD4-FA39D8072276}"/>
              </a:ext>
            </a:extLst>
          </p:cNvPr>
          <p:cNvSpPr>
            <a:spLocks noGrp="1"/>
          </p:cNvSpPr>
          <p:nvPr>
            <p:ph idx="1"/>
          </p:nvPr>
        </p:nvSpPr>
        <p:spPr>
          <a:xfrm>
            <a:off x="585216" y="2226469"/>
            <a:ext cx="8036052" cy="3407733"/>
          </a:xfrm>
        </p:spPr>
        <p:txBody>
          <a:bodyPr>
            <a:normAutofit/>
          </a:bodyPr>
          <a:lstStyle/>
          <a:p>
            <a:pPr marL="385763" indent="-385763">
              <a:buFont typeface="+mj-lt"/>
              <a:buAutoNum type="arabicPeriod"/>
            </a:pPr>
            <a:r>
              <a:rPr lang="en-US" sz="2400" dirty="0"/>
              <a:t>Importance of shared understanding between customers and intelligence producers — what customers expect and what intelligence can provide.</a:t>
            </a:r>
          </a:p>
          <a:p>
            <a:pPr marL="385763" indent="-385763">
              <a:buFont typeface="+mj-lt"/>
              <a:buAutoNum type="arabicPeriod"/>
            </a:pPr>
            <a:r>
              <a:rPr lang="en-US" sz="2400" dirty="0"/>
              <a:t>Aligning expectations with actual capabilities.</a:t>
            </a:r>
          </a:p>
          <a:p>
            <a:pPr marL="385763" indent="-385763">
              <a:buFont typeface="+mj-lt"/>
              <a:buAutoNum type="arabicPeriod"/>
            </a:pPr>
            <a:r>
              <a:rPr lang="en-US" sz="2400" dirty="0"/>
              <a:t>Intelligence planning is both an iterating and continuous process.</a:t>
            </a:r>
          </a:p>
        </p:txBody>
      </p:sp>
      <p:sp>
        <p:nvSpPr>
          <p:cNvPr id="4" name="Slide Number Placeholder 3">
            <a:extLst>
              <a:ext uri="{FF2B5EF4-FFF2-40B4-BE49-F238E27FC236}">
                <a16:creationId xmlns:a16="http://schemas.microsoft.com/office/drawing/2014/main" id="{1D3E540F-E7C3-42D5-AC46-5E2E890231AB}"/>
              </a:ext>
            </a:extLst>
          </p:cNvPr>
          <p:cNvSpPr>
            <a:spLocks noGrp="1"/>
          </p:cNvSpPr>
          <p:nvPr>
            <p:ph type="sldNum" sz="quarter" idx="10"/>
          </p:nvPr>
        </p:nvSpPr>
        <p:spPr>
          <a:xfrm>
            <a:off x="8352346" y="6585814"/>
            <a:ext cx="147472" cy="222173"/>
          </a:xfrm>
        </p:spPr>
        <p:txBody>
          <a:bodyPr/>
          <a:lstStyle/>
          <a:p>
            <a:fld id="{3A4F6043-7A67-491B-98BC-F933DED7226D}" type="slidenum">
              <a:rPr lang="en-US" smtClean="0"/>
              <a:pPr/>
              <a:t>7</a:t>
            </a:fld>
            <a:endParaRPr lang="en-US" dirty="0"/>
          </a:p>
        </p:txBody>
      </p:sp>
    </p:spTree>
    <p:extLst>
      <p:ext uri="{BB962C8B-B14F-4D97-AF65-F5344CB8AC3E}">
        <p14:creationId xmlns:p14="http://schemas.microsoft.com/office/powerpoint/2010/main" val="1360447649"/>
      </p:ext>
    </p:extLst>
  </p:cSld>
  <p:clrMapOvr>
    <a:masterClrMapping/>
  </p:clrMapOvr>
  <mc:AlternateContent xmlns:mc="http://schemas.openxmlformats.org/markup-compatibility/2006" xmlns:p14="http://schemas.microsoft.com/office/powerpoint/2010/main">
    <mc:Choice Requires="p14">
      <p:transition spd="slow" p14:dur="2000" advTm="32703">
        <p14:prism isContent="1"/>
      </p:transition>
    </mc:Choice>
    <mc:Fallback xmlns="">
      <p:transition spd="slow" advTm="32703">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8ABB8-6FF5-4AFB-8C81-3C7F37FA2CD2}"/>
              </a:ext>
            </a:extLst>
          </p:cNvPr>
          <p:cNvSpPr>
            <a:spLocks noGrp="1"/>
          </p:cNvSpPr>
          <p:nvPr>
            <p:ph type="title"/>
          </p:nvPr>
        </p:nvSpPr>
        <p:spPr/>
        <p:txBody>
          <a:bodyPr>
            <a:normAutofit/>
          </a:bodyPr>
          <a:lstStyle/>
          <a:p>
            <a:r>
              <a:rPr lang="en-US" dirty="0"/>
              <a:t>Concept  4 — The enable phase</a:t>
            </a:r>
          </a:p>
        </p:txBody>
      </p:sp>
      <p:sp>
        <p:nvSpPr>
          <p:cNvPr id="3" name="Content Placeholder 2">
            <a:extLst>
              <a:ext uri="{FF2B5EF4-FFF2-40B4-BE49-F238E27FC236}">
                <a16:creationId xmlns:a16="http://schemas.microsoft.com/office/drawing/2014/main" id="{47F17859-1855-4603-8202-688900FBBC18}"/>
              </a:ext>
            </a:extLst>
          </p:cNvPr>
          <p:cNvSpPr>
            <a:spLocks noGrp="1"/>
          </p:cNvSpPr>
          <p:nvPr>
            <p:ph idx="1"/>
          </p:nvPr>
        </p:nvSpPr>
        <p:spPr>
          <a:xfrm>
            <a:off x="548639" y="2053901"/>
            <a:ext cx="7951179" cy="3327356"/>
          </a:xfrm>
        </p:spPr>
        <p:txBody>
          <a:bodyPr>
            <a:normAutofit fontScale="92500" lnSpcReduction="10000"/>
          </a:bodyPr>
          <a:lstStyle/>
          <a:p>
            <a:pPr marL="385763" indent="-385763" eaLnBrk="0" fontAlgn="base" hangingPunct="0">
              <a:spcBef>
                <a:spcPct val="0"/>
              </a:spcBef>
              <a:spcAft>
                <a:spcPct val="0"/>
              </a:spcAft>
              <a:buFont typeface="+mj-lt"/>
              <a:buAutoNum type="arabicPeriod"/>
            </a:pPr>
            <a:r>
              <a:rPr lang="en-US" sz="2700" dirty="0">
                <a:solidFill>
                  <a:schemeClr val="tx1"/>
                </a:solidFill>
              </a:rPr>
              <a:t>This phase encompasses actions designed to translate stakeholder needs, guidance and feedback into actionable plans. Again, these are continuous cyber intelligence operations.</a:t>
            </a:r>
          </a:p>
          <a:p>
            <a:pPr marL="385763" indent="-385763" eaLnBrk="0" fontAlgn="base" hangingPunct="0">
              <a:spcBef>
                <a:spcPct val="0"/>
              </a:spcBef>
              <a:spcAft>
                <a:spcPct val="0"/>
              </a:spcAft>
              <a:buFont typeface="+mj-lt"/>
              <a:buAutoNum type="arabicPeriod"/>
            </a:pPr>
            <a:endParaRPr lang="en-US" sz="2700" dirty="0">
              <a:solidFill>
                <a:schemeClr val="tx1"/>
              </a:solidFill>
            </a:endParaRPr>
          </a:p>
          <a:p>
            <a:pPr marL="385763" indent="-385763" eaLnBrk="0" fontAlgn="base" hangingPunct="0">
              <a:spcBef>
                <a:spcPct val="0"/>
              </a:spcBef>
              <a:spcAft>
                <a:spcPct val="0"/>
              </a:spcAft>
              <a:buFont typeface="+mj-lt"/>
              <a:buAutoNum type="arabicPeriod"/>
            </a:pPr>
            <a:r>
              <a:rPr lang="en-US" sz="2700" dirty="0">
                <a:solidFill>
                  <a:schemeClr val="tx1"/>
                </a:solidFill>
              </a:rPr>
              <a:t>Notice the input and output functions of the model</a:t>
            </a:r>
          </a:p>
          <a:p>
            <a:pPr marL="385763" indent="-385763" eaLnBrk="0" fontAlgn="base" hangingPunct="0">
              <a:spcBef>
                <a:spcPct val="0"/>
              </a:spcBef>
              <a:spcAft>
                <a:spcPct val="0"/>
              </a:spcAft>
              <a:buFont typeface="+mj-lt"/>
              <a:buAutoNum type="arabicPeriod"/>
            </a:pPr>
            <a:endParaRPr lang="en-US" sz="2700" dirty="0">
              <a:solidFill>
                <a:schemeClr val="tx1"/>
              </a:solidFill>
            </a:endParaRPr>
          </a:p>
          <a:p>
            <a:pPr marL="385763" indent="-385763" eaLnBrk="0" fontAlgn="base" hangingPunct="0">
              <a:spcBef>
                <a:spcPct val="0"/>
              </a:spcBef>
              <a:spcAft>
                <a:spcPct val="0"/>
              </a:spcAft>
              <a:buFont typeface="+mj-lt"/>
              <a:buAutoNum type="arabicPeriod"/>
            </a:pPr>
            <a:r>
              <a:rPr lang="en-US" sz="2700" dirty="0">
                <a:solidFill>
                  <a:schemeClr val="tx1"/>
                </a:solidFill>
              </a:rPr>
              <a:t>Make note of the production templates with subtask 4.2.2.3</a:t>
            </a:r>
          </a:p>
        </p:txBody>
      </p:sp>
      <p:sp>
        <p:nvSpPr>
          <p:cNvPr id="4" name="Slide Number Placeholder 3">
            <a:extLst>
              <a:ext uri="{FF2B5EF4-FFF2-40B4-BE49-F238E27FC236}">
                <a16:creationId xmlns:a16="http://schemas.microsoft.com/office/drawing/2014/main" id="{585AC26D-31BC-487A-9C6C-739CAEB0581A}"/>
              </a:ext>
            </a:extLst>
          </p:cNvPr>
          <p:cNvSpPr>
            <a:spLocks noGrp="1"/>
          </p:cNvSpPr>
          <p:nvPr>
            <p:ph type="sldNum" sz="quarter" idx="10"/>
          </p:nvPr>
        </p:nvSpPr>
        <p:spPr>
          <a:xfrm>
            <a:off x="8352346" y="6585814"/>
            <a:ext cx="147472" cy="222173"/>
          </a:xfrm>
        </p:spPr>
        <p:txBody>
          <a:bodyPr/>
          <a:lstStyle/>
          <a:p>
            <a:fld id="{3A4F6043-7A67-491B-98BC-F933DED7226D}" type="slidenum">
              <a:rPr lang="en-US" smtClean="0"/>
              <a:pPr/>
              <a:t>8</a:t>
            </a:fld>
            <a:endParaRPr lang="en-US" dirty="0"/>
          </a:p>
        </p:txBody>
      </p:sp>
    </p:spTree>
    <p:extLst>
      <p:ext uri="{BB962C8B-B14F-4D97-AF65-F5344CB8AC3E}">
        <p14:creationId xmlns:p14="http://schemas.microsoft.com/office/powerpoint/2010/main" val="2801224438"/>
      </p:ext>
    </p:extLst>
  </p:cSld>
  <p:clrMapOvr>
    <a:masterClrMapping/>
  </p:clrMapOvr>
  <mc:AlternateContent xmlns:mc="http://schemas.openxmlformats.org/markup-compatibility/2006" xmlns:p14="http://schemas.microsoft.com/office/powerpoint/2010/main">
    <mc:Choice Requires="p14">
      <p:transition spd="slow" p14:dur="2000" advTm="27641">
        <p14:prism isContent="1"/>
      </p:transition>
    </mc:Choice>
    <mc:Fallback xmlns="">
      <p:transition spd="slow" advTm="2764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733EE-52C5-44EB-AAC3-0E36E976A2C7}"/>
              </a:ext>
            </a:extLst>
          </p:cNvPr>
          <p:cNvSpPr>
            <a:spLocks noGrp="1"/>
          </p:cNvSpPr>
          <p:nvPr>
            <p:ph type="title"/>
          </p:nvPr>
        </p:nvSpPr>
        <p:spPr>
          <a:xfrm>
            <a:off x="315469" y="576825"/>
            <a:ext cx="7907274" cy="994172"/>
          </a:xfrm>
        </p:spPr>
        <p:txBody>
          <a:bodyPr>
            <a:noAutofit/>
          </a:bodyPr>
          <a:lstStyle/>
          <a:p>
            <a:r>
              <a:rPr lang="en-US" dirty="0"/>
              <a:t>Article written by Johan </a:t>
            </a:r>
            <a:r>
              <a:rPr lang="en-US" dirty="0" err="1"/>
              <a:t>Sigholm</a:t>
            </a:r>
            <a:r>
              <a:rPr lang="en-US" dirty="0"/>
              <a:t>  – </a:t>
            </a:r>
            <a:br>
              <a:rPr lang="en-US" dirty="0"/>
            </a:br>
            <a:r>
              <a:rPr lang="en-US" dirty="0"/>
              <a:t>NON-STATE ACTORS IN CYBERSPACE OPERATIONS</a:t>
            </a:r>
          </a:p>
        </p:txBody>
      </p:sp>
      <p:sp>
        <p:nvSpPr>
          <p:cNvPr id="3" name="Content Placeholder 2">
            <a:extLst>
              <a:ext uri="{FF2B5EF4-FFF2-40B4-BE49-F238E27FC236}">
                <a16:creationId xmlns:a16="http://schemas.microsoft.com/office/drawing/2014/main" id="{AE5A5CE6-0B22-4301-8A11-3B3C437CDC77}"/>
              </a:ext>
            </a:extLst>
          </p:cNvPr>
          <p:cNvSpPr>
            <a:spLocks noGrp="1"/>
          </p:cNvSpPr>
          <p:nvPr>
            <p:ph idx="1"/>
          </p:nvPr>
        </p:nvSpPr>
        <p:spPr>
          <a:xfrm>
            <a:off x="630213" y="2125267"/>
            <a:ext cx="7907275" cy="4155908"/>
          </a:xfrm>
        </p:spPr>
        <p:txBody>
          <a:bodyPr>
            <a:noAutofit/>
          </a:bodyPr>
          <a:lstStyle/>
          <a:p>
            <a:r>
              <a:rPr lang="en-US" sz="2000" dirty="0"/>
              <a:t>The growing importance of cyberspace to modern society, and its increasing use as an arena for dispute, is becoming a national security concern for governments and armed forces globally. </a:t>
            </a:r>
          </a:p>
          <a:p>
            <a:r>
              <a:rPr lang="en-US" sz="2000" dirty="0"/>
              <a:t>The special characteristics of cyberspace, such as its asymmetric nature, the lack of attribution, the low cost of entry, the legal ambiguity, and its role as an efficient medium for protest, crime, espionage and military aggression, makes it an attractive domain for nation-states as well as nonstate actors in cyber conflict.</a:t>
            </a:r>
          </a:p>
          <a:p>
            <a:r>
              <a:rPr lang="en-US" sz="2000" dirty="0"/>
              <a:t> Employment of such non-state actors as hacktivists, patriot hackers, and cybermilitia in state-on-state cyberspace operations has also proved to be a usable model for conducting cyberattacks. </a:t>
            </a:r>
          </a:p>
        </p:txBody>
      </p:sp>
      <p:sp>
        <p:nvSpPr>
          <p:cNvPr id="4" name="Slide Number Placeholder 3">
            <a:extLst>
              <a:ext uri="{FF2B5EF4-FFF2-40B4-BE49-F238E27FC236}">
                <a16:creationId xmlns:a16="http://schemas.microsoft.com/office/drawing/2014/main" id="{63645E5B-4628-4C10-A0B8-50DACC0ADFFC}"/>
              </a:ext>
            </a:extLst>
          </p:cNvPr>
          <p:cNvSpPr>
            <a:spLocks noGrp="1"/>
          </p:cNvSpPr>
          <p:nvPr>
            <p:ph type="sldNum" sz="quarter" idx="10"/>
          </p:nvPr>
        </p:nvSpPr>
        <p:spPr>
          <a:xfrm>
            <a:off x="8314675" y="6585814"/>
            <a:ext cx="222814" cy="222173"/>
          </a:xfrm>
        </p:spPr>
        <p:txBody>
          <a:bodyPr/>
          <a:lstStyle/>
          <a:p>
            <a:fld id="{3A4F6043-7A67-491B-98BC-F933DED7226D}" type="slidenum">
              <a:rPr lang="en-US" smtClean="0"/>
              <a:pPr/>
              <a:t>9</a:t>
            </a:fld>
            <a:endParaRPr lang="en-US" dirty="0"/>
          </a:p>
        </p:txBody>
      </p:sp>
    </p:spTree>
    <p:extLst>
      <p:ext uri="{BB962C8B-B14F-4D97-AF65-F5344CB8AC3E}">
        <p14:creationId xmlns:p14="http://schemas.microsoft.com/office/powerpoint/2010/main" val="1581311473"/>
      </p:ext>
    </p:extLst>
  </p:cSld>
  <p:clrMapOvr>
    <a:masterClrMapping/>
  </p:clrMapOvr>
  <mc:AlternateContent xmlns:mc="http://schemas.openxmlformats.org/markup-compatibility/2006" xmlns:p14="http://schemas.microsoft.com/office/powerpoint/2010/main">
    <mc:Choice Requires="p14">
      <p:transition spd="slow" p14:dur="2000" advTm="61426">
        <p14:prism isContent="1"/>
      </p:transition>
    </mc:Choice>
    <mc:Fallback xmlns="">
      <p:transition spd="slow" advTm="61426">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FB4C3-6DB7-4F47-AE60-D7840F9E9ACF}"/>
              </a:ext>
            </a:extLst>
          </p:cNvPr>
          <p:cNvSpPr>
            <a:spLocks noGrp="1"/>
          </p:cNvSpPr>
          <p:nvPr>
            <p:ph type="title"/>
          </p:nvPr>
        </p:nvSpPr>
        <p:spPr/>
        <p:txBody>
          <a:bodyPr/>
          <a:lstStyle/>
          <a:p>
            <a:r>
              <a:rPr lang="en-US" dirty="0"/>
              <a:t>Class Review</a:t>
            </a:r>
          </a:p>
        </p:txBody>
      </p:sp>
      <p:sp>
        <p:nvSpPr>
          <p:cNvPr id="3" name="Content Placeholder 2">
            <a:extLst>
              <a:ext uri="{FF2B5EF4-FFF2-40B4-BE49-F238E27FC236}">
                <a16:creationId xmlns:a16="http://schemas.microsoft.com/office/drawing/2014/main" id="{681ECF7E-D9FC-467D-BB33-316F2BF05093}"/>
              </a:ext>
            </a:extLst>
          </p:cNvPr>
          <p:cNvSpPr>
            <a:spLocks noGrp="1"/>
          </p:cNvSpPr>
          <p:nvPr>
            <p:ph idx="1"/>
          </p:nvPr>
        </p:nvSpPr>
        <p:spPr/>
        <p:txBody>
          <a:bodyPr>
            <a:normAutofit/>
          </a:bodyPr>
          <a:lstStyle/>
          <a:p>
            <a:pPr marL="342900" indent="-342900">
              <a:buFont typeface="+mj-lt"/>
              <a:buAutoNum type="arabicPeriod"/>
            </a:pPr>
            <a:r>
              <a:rPr lang="en-US" sz="2100" dirty="0"/>
              <a:t>SOW for week is posed</a:t>
            </a:r>
          </a:p>
          <a:p>
            <a:pPr marL="342900" indent="-342900">
              <a:buFont typeface="+mj-lt"/>
              <a:buAutoNum type="arabicPeriod"/>
            </a:pPr>
            <a:r>
              <a:rPr lang="en-US" sz="2100" dirty="0"/>
              <a:t>Concepts – introduced these in relation to the syllabus and the assigned reading</a:t>
            </a:r>
          </a:p>
          <a:p>
            <a:pPr marL="342900" indent="-342900">
              <a:buFont typeface="+mj-lt"/>
              <a:buAutoNum type="arabicPeriod"/>
            </a:pPr>
            <a:r>
              <a:rPr lang="en-US" sz="2100" dirty="0"/>
              <a:t>Posed questions for reading and reflection – (in week’s quiz – numbers and time)</a:t>
            </a:r>
          </a:p>
          <a:p>
            <a:pPr marL="342900" indent="-342900">
              <a:buFont typeface="+mj-lt"/>
              <a:buAutoNum type="arabicPeriod"/>
            </a:pPr>
            <a:r>
              <a:rPr lang="en-US" sz="2100" dirty="0"/>
              <a:t>Weekly Quiz – complete this before next week Monday – everything in quizzes are open book, notes and </a:t>
            </a:r>
            <a:r>
              <a:rPr lang="en-US" sz="2100" u="sng" dirty="0"/>
              <a:t>is timed (1 hour)</a:t>
            </a:r>
            <a:r>
              <a:rPr lang="en-US" sz="2100" dirty="0"/>
              <a:t>. </a:t>
            </a:r>
          </a:p>
          <a:p>
            <a:pPr marL="342900" indent="-342900">
              <a:buFont typeface="+mj-lt"/>
              <a:buAutoNum type="arabicPeriod"/>
            </a:pPr>
            <a:r>
              <a:rPr lang="en-US" sz="2100" u="dbl" dirty="0"/>
              <a:t>Notice about the week’s quiz </a:t>
            </a:r>
            <a:r>
              <a:rPr lang="en-US" sz="2100" dirty="0"/>
              <a:t>– </a:t>
            </a:r>
            <a:r>
              <a:rPr lang="en-US" sz="2100" dirty="0">
                <a:solidFill>
                  <a:srgbClr val="FF0000"/>
                </a:solidFill>
              </a:rPr>
              <a:t>~ random short response and essay questions </a:t>
            </a:r>
            <a:r>
              <a:rPr lang="en-US" sz="2100" dirty="0"/>
              <a:t>– some critical thinking - essay – plan your time – </a:t>
            </a:r>
            <a:r>
              <a:rPr lang="en-US" sz="2100" dirty="0">
                <a:solidFill>
                  <a:srgbClr val="FF0000"/>
                </a:solidFill>
              </a:rPr>
              <a:t>1 hour</a:t>
            </a:r>
          </a:p>
          <a:p>
            <a:pPr marL="0" indent="0">
              <a:buNone/>
            </a:pPr>
            <a:endParaRPr lang="en-US" dirty="0"/>
          </a:p>
        </p:txBody>
      </p:sp>
      <p:sp>
        <p:nvSpPr>
          <p:cNvPr id="4" name="Slide Number Placeholder 3">
            <a:extLst>
              <a:ext uri="{FF2B5EF4-FFF2-40B4-BE49-F238E27FC236}">
                <a16:creationId xmlns:a16="http://schemas.microsoft.com/office/drawing/2014/main" id="{DB8BC112-8098-45E2-B530-701F521BE6C1}"/>
              </a:ext>
            </a:extLst>
          </p:cNvPr>
          <p:cNvSpPr>
            <a:spLocks noGrp="1"/>
          </p:cNvSpPr>
          <p:nvPr>
            <p:ph type="sldNum" sz="quarter" idx="10"/>
          </p:nvPr>
        </p:nvSpPr>
        <p:spPr>
          <a:xfrm>
            <a:off x="8314675" y="6585814"/>
            <a:ext cx="222814" cy="222173"/>
          </a:xfrm>
        </p:spPr>
        <p:txBody>
          <a:bodyPr/>
          <a:lstStyle/>
          <a:p>
            <a:fld id="{3A4F6043-7A67-491B-98BC-F933DED7226D}" type="slidenum">
              <a:rPr lang="en-US" smtClean="0"/>
              <a:pPr/>
              <a:t>10</a:t>
            </a:fld>
            <a:endParaRPr lang="en-US" dirty="0"/>
          </a:p>
        </p:txBody>
      </p:sp>
      <p:sp>
        <p:nvSpPr>
          <p:cNvPr id="6" name="TextBox 5">
            <a:extLst>
              <a:ext uri="{FF2B5EF4-FFF2-40B4-BE49-F238E27FC236}">
                <a16:creationId xmlns:a16="http://schemas.microsoft.com/office/drawing/2014/main" id="{4F70FD43-4221-4F45-806E-DD8FCE5E71B4}"/>
              </a:ext>
            </a:extLst>
          </p:cNvPr>
          <p:cNvSpPr txBox="1"/>
          <p:nvPr/>
        </p:nvSpPr>
        <p:spPr>
          <a:xfrm>
            <a:off x="1387634" y="6189742"/>
            <a:ext cx="6368731"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584200" fontAlgn="auto">
              <a:spcBef>
                <a:spcPts val="0"/>
              </a:spcBef>
              <a:spcAft>
                <a:spcPts val="0"/>
              </a:spcAft>
            </a:pPr>
            <a:r>
              <a:rPr lang="en-US" sz="1200" dirty="0">
                <a:solidFill>
                  <a:schemeClr val="bg1">
                    <a:lumMod val="50000"/>
                  </a:schemeClr>
                </a:solidFill>
              </a:rPr>
              <a:t>Acknowledgement: This slides are adapted based on the work of Dr. Larry </a:t>
            </a:r>
            <a:r>
              <a:rPr lang="en-US" sz="1200" dirty="0" err="1">
                <a:solidFill>
                  <a:schemeClr val="bg1">
                    <a:lumMod val="50000"/>
                  </a:schemeClr>
                </a:solidFill>
              </a:rPr>
              <a:t>Leibrock</a:t>
            </a:r>
            <a:r>
              <a:rPr lang="en-US" sz="1200" dirty="0">
                <a:solidFill>
                  <a:schemeClr val="bg1">
                    <a:lumMod val="50000"/>
                  </a:schemeClr>
                </a:solidFill>
              </a:rPr>
              <a:t>.</a:t>
            </a:r>
          </a:p>
        </p:txBody>
      </p:sp>
    </p:spTree>
    <p:extLst>
      <p:ext uri="{BB962C8B-B14F-4D97-AF65-F5344CB8AC3E}">
        <p14:creationId xmlns:p14="http://schemas.microsoft.com/office/powerpoint/2010/main" val="1453196156"/>
      </p:ext>
    </p:extLst>
  </p:cSld>
  <p:clrMapOvr>
    <a:masterClrMapping/>
  </p:clrMapOvr>
  <mc:AlternateContent xmlns:mc="http://schemas.openxmlformats.org/markup-compatibility/2006" xmlns:p14="http://schemas.microsoft.com/office/powerpoint/2010/main">
    <mc:Choice Requires="p14">
      <p:transition spd="slow" p14:dur="2000" advTm="23438">
        <p14:prism isContent="1"/>
      </p:transition>
    </mc:Choice>
    <mc:Fallback xmlns="">
      <p:transition spd="slow" advTm="23438">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33.8"/>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ISU_Them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ISU_Theme" id="{B0A98373-3098-D847-8A33-8D6777FEB3C2}" vid="{EEBA43D9-8200-9242-9552-E38BBC3C19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ISU_Theme</Template>
  <TotalTime>1567</TotalTime>
  <Words>602</Words>
  <Application>Microsoft Macintosh PowerPoint</Application>
  <PresentationFormat>On-screen Show (4:3)</PresentationFormat>
  <Paragraphs>63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Batang</vt:lpstr>
      <vt:lpstr>Calibri</vt:lpstr>
      <vt:lpstr>Helvetica Light</vt:lpstr>
      <vt:lpstr>Wingdings</vt:lpstr>
      <vt:lpstr>Wingdings 2</vt:lpstr>
      <vt:lpstr>ISU_Theme</vt:lpstr>
      <vt:lpstr>PowerPoint Presentation</vt:lpstr>
      <vt:lpstr>PowerPoint Presentation</vt:lpstr>
      <vt:lpstr>SOW for the Week: complete the followings</vt:lpstr>
      <vt:lpstr>Overview of Weekly  Learning Effort</vt:lpstr>
      <vt:lpstr>Concept 1- Section 4 (Dense Reading)</vt:lpstr>
      <vt:lpstr>Concept 2 – Table IV .1 on page 174</vt:lpstr>
      <vt:lpstr>Concept 3 – Cyber intelligence establishment planning processes</vt:lpstr>
      <vt:lpstr>Concept  4 — The enable phase</vt:lpstr>
      <vt:lpstr>Article written by Johan Sigholm  –  NON-STATE ACTORS IN CYBERSPACE OPERATIONS</vt:lpstr>
      <vt:lpstr>Class 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Threat Intelligence</dc:title>
  <dc:creator>larry</dc:creator>
  <cp:lastModifiedBy>Minhaz Zibran</cp:lastModifiedBy>
  <cp:revision>61</cp:revision>
  <dcterms:created xsi:type="dcterms:W3CDTF">2020-09-16T23:37:08Z</dcterms:created>
  <dcterms:modified xsi:type="dcterms:W3CDTF">2022-03-13T18:38:16Z</dcterms:modified>
</cp:coreProperties>
</file>